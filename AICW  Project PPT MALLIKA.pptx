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2.xml" ContentType="application/vnd.openxmlformats-officedocument.theme+xml"/>
  <Override PartName="/ppt/tags/tag5.xml" ContentType="application/vnd.openxmlformats-officedocument.presentationml.tags+xml"/>
  <Override PartName="/ppt/notesSlides/notesSlide1.xml" ContentType="application/vnd.openxmlformats-officedocument.presentationml.notesSlide+xml"/>
  <Override PartName="/ppt/tags/tag6.xml" ContentType="application/vnd.openxmlformats-officedocument.presentationml.tags+xml"/>
  <Override PartName="/ppt/notesSlides/notesSlide2.xml" ContentType="application/vnd.openxmlformats-officedocument.presentationml.notesSlide+xml"/>
  <Override PartName="/ppt/tags/tag7.xml" ContentType="application/vnd.openxmlformats-officedocument.presentationml.tags+xml"/>
  <Override PartName="/ppt/notesSlides/notesSlide3.xml" ContentType="application/vnd.openxmlformats-officedocument.presentationml.notesSlide+xml"/>
  <Override PartName="/ppt/tags/tag8.xml" ContentType="application/vnd.openxmlformats-officedocument.presentationml.tags+xml"/>
  <Override PartName="/ppt/notesSlides/notesSlide4.xml" ContentType="application/vnd.openxmlformats-officedocument.presentationml.notesSlide+xml"/>
  <Override PartName="/ppt/tags/tag9.xml" ContentType="application/vnd.openxmlformats-officedocument.presentationml.tags+xml"/>
  <Override PartName="/ppt/notesSlides/notesSlide5.xml" ContentType="application/vnd.openxmlformats-officedocument.presentationml.notesSlide+xml"/>
  <Override PartName="/ppt/tags/tag10.xml" ContentType="application/vnd.openxmlformats-officedocument.presentationml.tags+xml"/>
  <Override PartName="/ppt/notesSlides/notesSlide6.xml" ContentType="application/vnd.openxmlformats-officedocument.presentationml.notesSlide+xml"/>
  <Override PartName="/ppt/tags/tag11.xml" ContentType="application/vnd.openxmlformats-officedocument.presentationml.tags+xml"/>
  <Override PartName="/ppt/notesSlides/notesSlide7.xml" ContentType="application/vnd.openxmlformats-officedocument.presentationml.notesSlide+xml"/>
  <Override PartName="/ppt/tags/tag12.xml" ContentType="application/vnd.openxmlformats-officedocument.presentationml.tags+xml"/>
  <Override PartName="/ppt/notesSlides/notesSlide8.xml" ContentType="application/vnd.openxmlformats-officedocument.presentationml.notesSlide+xml"/>
  <Override PartName="/ppt/tags/tag13.xml" ContentType="application/vnd.openxmlformats-officedocument.presentationml.tags+xml"/>
  <Override PartName="/ppt/notesSlides/notesSlide9.xml" ContentType="application/vnd.openxmlformats-officedocument.presentationml.notesSlide+xml"/>
  <Override PartName="/ppt/tags/tag14.xml" ContentType="application/vnd.openxmlformats-officedocument.presentationml.tags+xml"/>
  <Override PartName="/ppt/notesSlides/notesSlide10.xml" ContentType="application/vnd.openxmlformats-officedocument.presentationml.notesSlide+xml"/>
  <Override PartName="/ppt/tags/tag15.xml" ContentType="application/vnd.openxmlformats-officedocument.presentationml.tags+xml"/>
  <Override PartName="/ppt/notesSlides/notesSlide11.xml" ContentType="application/vnd.openxmlformats-officedocument.presentationml.notesSlide+xml"/>
  <Override PartName="/ppt/tags/tag16.xml" ContentType="application/vnd.openxmlformats-officedocument.presentationml.tags+xml"/>
  <Override PartName="/ppt/notesSlides/notesSlide12.xml" ContentType="application/vnd.openxmlformats-officedocument.presentationml.notesSlide+xml"/>
  <Override PartName="/ppt/tags/tag17.xml" ContentType="application/vnd.openxmlformats-officedocument.presentationml.tags+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68" r:id="rId2"/>
    <p:sldId id="257" r:id="rId3"/>
    <p:sldId id="258" r:id="rId4"/>
    <p:sldId id="259" r:id="rId5"/>
    <p:sldId id="260" r:id="rId6"/>
    <p:sldId id="261" r:id="rId7"/>
    <p:sldId id="269" r:id="rId8"/>
    <p:sldId id="271" r:id="rId9"/>
    <p:sldId id="270" r:id="rId10"/>
    <p:sldId id="263" r:id="rId11"/>
    <p:sldId id="264" r:id="rId12"/>
    <p:sldId id="265" r:id="rId13"/>
    <p:sldId id="266" r:id="rId14"/>
  </p:sldIdLst>
  <p:sldSz cx="9144000" cy="5143500" type="screen16x9"/>
  <p:notesSz cx="5143500" cy="9144000"/>
  <p:custDataLst>
    <p:tags r:id="rId16"/>
  </p:custData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12" userDrawn="1">
          <p15:clr>
            <a:srgbClr val="A4A3A4"/>
          </p15:clr>
        </p15:guide>
        <p15:guide id="2" orient="horz" pos="852" userDrawn="1">
          <p15:clr>
            <a:srgbClr val="A4A3A4"/>
          </p15:clr>
        </p15:guide>
        <p15:guide id="3" pos="14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ED"/>
    <a:srgbClr val="CEE3FA"/>
    <a:srgbClr val="1565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CF76B2D-B272-44A4-AF53-77AE9A5CF9EC}" v="20" dt="2026-04-19T11:33:23.94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100" d="100"/>
          <a:sy n="100" d="100"/>
        </p:scale>
        <p:origin x="946" y="216"/>
      </p:cViewPr>
      <p:guideLst>
        <p:guide orient="horz" pos="612"/>
        <p:guide orient="horz" pos="852"/>
        <p:guide pos="14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tags" Target="tags/tag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llika s" userId="1e8d0b499702ec95" providerId="LiveId" clId="{97B18325-CED3-4E6A-B54C-CEAC36E183E0}"/>
    <pc:docChg chg="undo custSel addSld delSld modSld">
      <pc:chgData name="mallika s" userId="1e8d0b499702ec95" providerId="LiveId" clId="{97B18325-CED3-4E6A-B54C-CEAC36E183E0}" dt="2026-04-19T11:34:39.404" v="44" actId="47"/>
      <pc:docMkLst>
        <pc:docMk/>
      </pc:docMkLst>
      <pc:sldChg chg="addSp modSp mod">
        <pc:chgData name="mallika s" userId="1e8d0b499702ec95" providerId="LiveId" clId="{97B18325-CED3-4E6A-B54C-CEAC36E183E0}" dt="2026-04-19T11:21:46.301" v="22" actId="1076"/>
        <pc:sldMkLst>
          <pc:docMk/>
          <pc:sldMk cId="0" sldId="260"/>
        </pc:sldMkLst>
        <pc:spChg chg="add mod">
          <ac:chgData name="mallika s" userId="1e8d0b499702ec95" providerId="LiveId" clId="{97B18325-CED3-4E6A-B54C-CEAC36E183E0}" dt="2026-04-19T11:21:46.301" v="22" actId="1076"/>
          <ac:spMkLst>
            <pc:docMk/>
            <pc:sldMk cId="0" sldId="260"/>
            <ac:spMk id="2" creationId="{E937E88D-DC25-DAC3-3E59-D73F58A376D3}"/>
          </ac:spMkLst>
        </pc:spChg>
        <pc:spChg chg="mod">
          <ac:chgData name="mallika s" userId="1e8d0b499702ec95" providerId="LiveId" clId="{97B18325-CED3-4E6A-B54C-CEAC36E183E0}" dt="2026-04-19T11:21:36.944" v="20" actId="6549"/>
          <ac:spMkLst>
            <pc:docMk/>
            <pc:sldMk cId="0" sldId="260"/>
            <ac:spMk id="5" creationId="{00000000-0000-0000-0000-000000000000}"/>
          </ac:spMkLst>
        </pc:spChg>
      </pc:sldChg>
      <pc:sldChg chg="addSp delSp modSp mod">
        <pc:chgData name="mallika s" userId="1e8d0b499702ec95" providerId="LiveId" clId="{97B18325-CED3-4E6A-B54C-CEAC36E183E0}" dt="2026-04-19T11:19:46.825" v="19" actId="1076"/>
        <pc:sldMkLst>
          <pc:docMk/>
          <pc:sldMk cId="0" sldId="261"/>
        </pc:sldMkLst>
        <pc:spChg chg="del mod">
          <ac:chgData name="mallika s" userId="1e8d0b499702ec95" providerId="LiveId" clId="{97B18325-CED3-4E6A-B54C-CEAC36E183E0}" dt="2026-04-19T11:19:33.563" v="14"/>
          <ac:spMkLst>
            <pc:docMk/>
            <pc:sldMk cId="0" sldId="261"/>
            <ac:spMk id="22" creationId="{82A49159-7548-77FC-0BB4-BCC2D98D6142}"/>
          </ac:spMkLst>
        </pc:spChg>
        <pc:picChg chg="add mod">
          <ac:chgData name="mallika s" userId="1e8d0b499702ec95" providerId="LiveId" clId="{97B18325-CED3-4E6A-B54C-CEAC36E183E0}" dt="2026-04-19T11:19:46.825" v="19" actId="1076"/>
          <ac:picMkLst>
            <pc:docMk/>
            <pc:sldMk cId="0" sldId="261"/>
            <ac:picMk id="2050" creationId="{701EA943-F61C-731D-EA90-A14E5397000D}"/>
          </ac:picMkLst>
        </pc:picChg>
      </pc:sldChg>
      <pc:sldChg chg="add del">
        <pc:chgData name="mallika s" userId="1e8d0b499702ec95" providerId="LiveId" clId="{97B18325-CED3-4E6A-B54C-CEAC36E183E0}" dt="2026-04-19T11:34:35.121" v="43" actId="47"/>
        <pc:sldMkLst>
          <pc:docMk/>
          <pc:sldMk cId="0" sldId="264"/>
        </pc:sldMkLst>
      </pc:sldChg>
      <pc:sldChg chg="addSp delSp modSp mod">
        <pc:chgData name="mallika s" userId="1e8d0b499702ec95" providerId="LiveId" clId="{97B18325-CED3-4E6A-B54C-CEAC36E183E0}" dt="2026-04-19T11:33:23.947" v="41" actId="14100"/>
        <pc:sldMkLst>
          <pc:docMk/>
          <pc:sldMk cId="914915445" sldId="269"/>
        </pc:sldMkLst>
        <pc:spChg chg="del">
          <ac:chgData name="mallika s" userId="1e8d0b499702ec95" providerId="LiveId" clId="{97B18325-CED3-4E6A-B54C-CEAC36E183E0}" dt="2026-04-19T11:33:09.501" v="37" actId="478"/>
          <ac:spMkLst>
            <pc:docMk/>
            <pc:sldMk cId="914915445" sldId="269"/>
            <ac:spMk id="13" creationId="{D20BFC21-5190-5F06-8ADA-4589368BE763}"/>
          </ac:spMkLst>
        </pc:spChg>
        <pc:picChg chg="add mod">
          <ac:chgData name="mallika s" userId="1e8d0b499702ec95" providerId="LiveId" clId="{97B18325-CED3-4E6A-B54C-CEAC36E183E0}" dt="2026-04-19T11:33:23.947" v="41" actId="14100"/>
          <ac:picMkLst>
            <pc:docMk/>
            <pc:sldMk cId="914915445" sldId="269"/>
            <ac:picMk id="2050" creationId="{18A61EDB-9E0C-1B67-1EFA-87358CB5529F}"/>
          </ac:picMkLst>
        </pc:picChg>
      </pc:sldChg>
      <pc:sldChg chg="addSp delSp modSp mod">
        <pc:chgData name="mallika s" userId="1e8d0b499702ec95" providerId="LiveId" clId="{97B18325-CED3-4E6A-B54C-CEAC36E183E0}" dt="2026-04-19T11:23:50.812" v="35" actId="1076"/>
        <pc:sldMkLst>
          <pc:docMk/>
          <pc:sldMk cId="3647308627" sldId="270"/>
        </pc:sldMkLst>
        <pc:spChg chg="mod">
          <ac:chgData name="mallika s" userId="1e8d0b499702ec95" providerId="LiveId" clId="{97B18325-CED3-4E6A-B54C-CEAC36E183E0}" dt="2026-04-19T11:23:32.691" v="31" actId="1076"/>
          <ac:spMkLst>
            <pc:docMk/>
            <pc:sldMk cId="3647308627" sldId="270"/>
            <ac:spMk id="4" creationId="{C82283BF-767D-6B72-6105-077DF8B7CC9E}"/>
          </ac:spMkLst>
        </pc:spChg>
        <pc:spChg chg="mod">
          <ac:chgData name="mallika s" userId="1e8d0b499702ec95" providerId="LiveId" clId="{97B18325-CED3-4E6A-B54C-CEAC36E183E0}" dt="2026-04-19T11:23:43.350" v="33" actId="1076"/>
          <ac:spMkLst>
            <pc:docMk/>
            <pc:sldMk cId="3647308627" sldId="270"/>
            <ac:spMk id="14" creationId="{F987E3E6-3838-ECA6-9B3D-03D493DAC259}"/>
          </ac:spMkLst>
        </pc:spChg>
        <pc:spChg chg="mod">
          <ac:chgData name="mallika s" userId="1e8d0b499702ec95" providerId="LiveId" clId="{97B18325-CED3-4E6A-B54C-CEAC36E183E0}" dt="2026-04-19T11:23:47.812" v="34" actId="1076"/>
          <ac:spMkLst>
            <pc:docMk/>
            <pc:sldMk cId="3647308627" sldId="270"/>
            <ac:spMk id="15" creationId="{6C2A02FD-373B-40E6-98F0-7DB44D57FA77}"/>
          </ac:spMkLst>
        </pc:spChg>
        <pc:spChg chg="mod">
          <ac:chgData name="mallika s" userId="1e8d0b499702ec95" providerId="LiveId" clId="{97B18325-CED3-4E6A-B54C-CEAC36E183E0}" dt="2026-04-19T11:23:38.908" v="32" actId="1076"/>
          <ac:spMkLst>
            <pc:docMk/>
            <pc:sldMk cId="3647308627" sldId="270"/>
            <ac:spMk id="16" creationId="{BEC040FA-D00B-C462-E239-6A16BA0F6991}"/>
          </ac:spMkLst>
        </pc:spChg>
        <pc:picChg chg="add mod">
          <ac:chgData name="mallika s" userId="1e8d0b499702ec95" providerId="LiveId" clId="{97B18325-CED3-4E6A-B54C-CEAC36E183E0}" dt="2026-04-19T11:23:50.812" v="35" actId="1076"/>
          <ac:picMkLst>
            <pc:docMk/>
            <pc:sldMk cId="3647308627" sldId="270"/>
            <ac:picMk id="2" creationId="{FFDD4A31-A8B4-F951-5760-2A1AD5070597}"/>
          </ac:picMkLst>
        </pc:picChg>
        <pc:picChg chg="add del mod">
          <ac:chgData name="mallika s" userId="1e8d0b499702ec95" providerId="LiveId" clId="{97B18325-CED3-4E6A-B54C-CEAC36E183E0}" dt="2026-04-19T11:22:36.819" v="23" actId="478"/>
          <ac:picMkLst>
            <pc:docMk/>
            <pc:sldMk cId="3647308627" sldId="270"/>
            <ac:picMk id="3" creationId="{01096FD4-7E10-5FE8-B974-1CFC27E03E73}"/>
          </ac:picMkLst>
        </pc:picChg>
      </pc:sldChg>
      <pc:sldChg chg="delSp modSp del">
        <pc:chgData name="mallika s" userId="1e8d0b499702ec95" providerId="LiveId" clId="{97B18325-CED3-4E6A-B54C-CEAC36E183E0}" dt="2026-04-19T11:34:39.404" v="44" actId="47"/>
        <pc:sldMkLst>
          <pc:docMk/>
          <pc:sldMk cId="2240738381" sldId="272"/>
        </pc:sldMkLst>
        <pc:picChg chg="del mod">
          <ac:chgData name="mallika s" userId="1e8d0b499702ec95" providerId="LiveId" clId="{97B18325-CED3-4E6A-B54C-CEAC36E183E0}" dt="2026-04-19T11:19:35.361" v="15" actId="21"/>
          <ac:picMkLst>
            <pc:docMk/>
            <pc:sldMk cId="2240738381" sldId="272"/>
            <ac:picMk id="2050" creationId="{701EA943-F61C-731D-EA90-A14E5397000D}"/>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0654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B537A-B4DE-D1CE-3512-BCBDE4AC70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8C2033-F357-E6BE-5BF1-877BC1AD1B3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9A567B0F-4F1D-ECFE-050E-B551ABF85EAD}"/>
              </a:ext>
            </a:extLst>
          </p:cNvPr>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26398896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28813-4FBB-2395-424F-328B9796F3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450FC4-CDA7-55F3-40E5-50040F4008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7432A0-00DE-D97C-8733-FB380C9A9B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49270A-35BF-39E0-566B-7E76890D7413}"/>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7780140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9391D-44C6-1054-9F18-EF123E49EF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DBF275-0620-72A4-CD11-A4374F2FC2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FCA830-F76F-A8FB-EC02-43A051967E3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010E78D-D761-8E54-C660-D22546FAD84C}"/>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40346332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B019A-96C7-FC15-2538-3D8116FD2C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00E334-77AD-7D34-DFA3-864863A809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4639E8-67CA-53FF-ECE3-CECC50F2A3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2E5059E-3463-5ED3-AABD-727A95C6816F}"/>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5833964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ustDataLst>
      <p:tags r:id="rId1"/>
    </p:custData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265203801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ags" Target="../tags/tag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2" name="Group 8">
            <a:extLst>
              <a:ext uri="{FF2B5EF4-FFF2-40B4-BE49-F238E27FC236}">
                <a16:creationId xmlns:a16="http://schemas.microsoft.com/office/drawing/2014/main" id="{A68FA2BF-9B6A-948D-43A3-04C207F5B33C}"/>
              </a:ext>
            </a:extLst>
          </p:cNvPr>
          <p:cNvGrpSpPr/>
          <p:nvPr userDrawn="1"/>
        </p:nvGrpSpPr>
        <p:grpSpPr>
          <a:xfrm flipH="1">
            <a:off x="0" y="5036127"/>
            <a:ext cx="9144000" cy="107373"/>
            <a:chOff x="0" y="0"/>
            <a:chExt cx="4402382" cy="66464"/>
          </a:xfrm>
        </p:grpSpPr>
        <p:sp>
          <p:nvSpPr>
            <p:cNvPr id="3" name="Freeform 9">
              <a:extLst>
                <a:ext uri="{FF2B5EF4-FFF2-40B4-BE49-F238E27FC236}">
                  <a16:creationId xmlns:a16="http://schemas.microsoft.com/office/drawing/2014/main" id="{8B83B97F-BA22-827B-E1BD-8DD9E1D3E0F6}"/>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4" name="TextBox 10">
              <a:extLst>
                <a:ext uri="{FF2B5EF4-FFF2-40B4-BE49-F238E27FC236}">
                  <a16:creationId xmlns:a16="http://schemas.microsoft.com/office/drawing/2014/main" id="{FC94FAC8-E161-FF7D-84BF-C498EADA502D}"/>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grpSp>
        <p:nvGrpSpPr>
          <p:cNvPr id="5" name="Group 8">
            <a:extLst>
              <a:ext uri="{FF2B5EF4-FFF2-40B4-BE49-F238E27FC236}">
                <a16:creationId xmlns:a16="http://schemas.microsoft.com/office/drawing/2014/main" id="{1988876B-43B4-642F-AB10-8B137A34386D}"/>
              </a:ext>
            </a:extLst>
          </p:cNvPr>
          <p:cNvGrpSpPr/>
          <p:nvPr userDrawn="1"/>
        </p:nvGrpSpPr>
        <p:grpSpPr>
          <a:xfrm>
            <a:off x="0" y="0"/>
            <a:ext cx="9144000" cy="424206"/>
            <a:chOff x="0" y="0"/>
            <a:chExt cx="4402382" cy="66464"/>
          </a:xfrm>
        </p:grpSpPr>
        <p:sp>
          <p:nvSpPr>
            <p:cNvPr id="6" name="Freeform 9">
              <a:extLst>
                <a:ext uri="{FF2B5EF4-FFF2-40B4-BE49-F238E27FC236}">
                  <a16:creationId xmlns:a16="http://schemas.microsoft.com/office/drawing/2014/main" id="{613EFC18-F90F-C121-3F09-53AB8141D658}"/>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7" name="TextBox 10">
              <a:extLst>
                <a:ext uri="{FF2B5EF4-FFF2-40B4-BE49-F238E27FC236}">
                  <a16:creationId xmlns:a16="http://schemas.microsoft.com/office/drawing/2014/main" id="{D81422F7-8BE4-EC53-5307-9812E24315C1}"/>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pic>
        <p:nvPicPr>
          <p:cNvPr id="8" name="Picture 7" descr="A black and white logo&#10;&#10;AI-generated content may be incorrect.">
            <a:extLst>
              <a:ext uri="{FF2B5EF4-FFF2-40B4-BE49-F238E27FC236}">
                <a16:creationId xmlns:a16="http://schemas.microsoft.com/office/drawing/2014/main" id="{31AC86FC-94F1-13A5-98FD-3215960D2A05}"/>
              </a:ext>
            </a:extLst>
          </p:cNvPr>
          <p:cNvPicPr>
            <a:picLocks noChangeAspect="1"/>
          </p:cNvPicPr>
          <p:nvPr userDrawn="1"/>
        </p:nvPicPr>
        <p:blipFill>
          <a:blip r:embed="rId5"/>
          <a:stretch>
            <a:fillRect/>
          </a:stretch>
        </p:blipFill>
        <p:spPr>
          <a:xfrm>
            <a:off x="7820696" y="55166"/>
            <a:ext cx="965086" cy="313873"/>
          </a:xfrm>
          <a:prstGeom prst="rect">
            <a:avLst/>
          </a:prstGeom>
        </p:spPr>
      </p:pic>
    </p:spTree>
    <p:custDataLst>
      <p:tags r:id="rId4"/>
    </p:custDataLst>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notesSlide" Target="../notesSlides/notesSlide1.xml"/><Relationship Id="rId7" Type="http://schemas.openxmlformats.org/officeDocument/2006/relationships/image" Target="../media/image5.png"/><Relationship Id="rId2" Type="http://schemas.openxmlformats.org/officeDocument/2006/relationships/slideLayout" Target="../slideLayouts/slideLayout2.xml"/><Relationship Id="rId1" Type="http://schemas.openxmlformats.org/officeDocument/2006/relationships/tags" Target="../tags/tag5.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sv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7.xml"/><Relationship Id="rId4" Type="http://schemas.openxmlformats.org/officeDocument/2006/relationships/image" Target="../media/image9.sv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8.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9.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ags" Target="../tags/tag10.xml"/><Relationship Id="rId4" Type="http://schemas.openxmlformats.org/officeDocument/2006/relationships/image" Target="../media/image12.jpe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ags" Target="../tags/tag11.xml"/><Relationship Id="rId4" Type="http://schemas.openxmlformats.org/officeDocument/2006/relationships/image" Target="../media/image13.jpe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tags" Target="../tags/tag12.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13.xml"/><Relationship Id="rId4" Type="http://schemas.openxmlformats.org/officeDocument/2006/relationships/image" Target="../media/image14.sv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tags" Target="../tags/tag14.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ags" Target="../tags/tag15.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tags" Target="../tags/tag16.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tags" Target="../tags/tag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E219A4-F5CF-3B84-A831-006143830DFC}"/>
            </a:ext>
          </a:extLst>
        </p:cNvPr>
        <p:cNvGrpSpPr/>
        <p:nvPr/>
      </p:nvGrpSpPr>
      <p:grpSpPr>
        <a:xfrm>
          <a:off x="0" y="0"/>
          <a:ext cx="0" cy="0"/>
          <a:chOff x="0" y="0"/>
          <a:chExt cx="0" cy="0"/>
        </a:xfrm>
      </p:grpSpPr>
      <p:sp>
        <p:nvSpPr>
          <p:cNvPr id="75" name="Rectangle: Rounded Corners 74">
            <a:extLst>
              <a:ext uri="{FF2B5EF4-FFF2-40B4-BE49-F238E27FC236}">
                <a16:creationId xmlns:a16="http://schemas.microsoft.com/office/drawing/2014/main" id="{5BBAA9FE-14A6-3635-BDE0-21E75B60255D}"/>
              </a:ext>
            </a:extLst>
          </p:cNvPr>
          <p:cNvSpPr/>
          <p:nvPr/>
        </p:nvSpPr>
        <p:spPr>
          <a:xfrm>
            <a:off x="364882" y="652908"/>
            <a:ext cx="3603333" cy="485021"/>
          </a:xfrm>
          <a:prstGeom prst="roundRect">
            <a:avLst/>
          </a:prstGeom>
          <a:solidFill>
            <a:schemeClr val="bg1"/>
          </a:solidFill>
          <a:ln>
            <a:solidFill>
              <a:srgbClr val="1D63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 name="Group 2">
            <a:extLst>
              <a:ext uri="{FF2B5EF4-FFF2-40B4-BE49-F238E27FC236}">
                <a16:creationId xmlns:a16="http://schemas.microsoft.com/office/drawing/2014/main" id="{DC713F69-E6DD-B345-33D3-499B008F7A17}"/>
              </a:ext>
            </a:extLst>
          </p:cNvPr>
          <p:cNvGrpSpPr/>
          <p:nvPr/>
        </p:nvGrpSpPr>
        <p:grpSpPr>
          <a:xfrm>
            <a:off x="0" y="0"/>
            <a:ext cx="4153368" cy="126178"/>
            <a:chOff x="0" y="0"/>
            <a:chExt cx="2187782" cy="66464"/>
          </a:xfrm>
        </p:grpSpPr>
        <p:sp>
          <p:nvSpPr>
            <p:cNvPr id="3" name="Freeform 3">
              <a:extLst>
                <a:ext uri="{FF2B5EF4-FFF2-40B4-BE49-F238E27FC236}">
                  <a16:creationId xmlns:a16="http://schemas.microsoft.com/office/drawing/2014/main" id="{16F12EA0-AE27-85D3-96E6-BED52A471BC9}"/>
                </a:ext>
              </a:extLst>
            </p:cNvPr>
            <p:cNvSpPr/>
            <p:nvPr/>
          </p:nvSpPr>
          <p:spPr>
            <a:xfrm>
              <a:off x="0" y="0"/>
              <a:ext cx="2187782" cy="66464"/>
            </a:xfrm>
            <a:custGeom>
              <a:avLst/>
              <a:gdLst/>
              <a:ahLst/>
              <a:cxnLst/>
              <a:rect l="l" t="t" r="r" b="b"/>
              <a:pathLst>
                <a:path w="2187782" h="66464">
                  <a:moveTo>
                    <a:pt x="0" y="0"/>
                  </a:moveTo>
                  <a:lnTo>
                    <a:pt x="2187782" y="0"/>
                  </a:lnTo>
                  <a:lnTo>
                    <a:pt x="21877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4" name="TextBox 4">
              <a:extLst>
                <a:ext uri="{FF2B5EF4-FFF2-40B4-BE49-F238E27FC236}">
                  <a16:creationId xmlns:a16="http://schemas.microsoft.com/office/drawing/2014/main" id="{EEDED881-7208-D373-6128-A08573FEEA11}"/>
                </a:ext>
              </a:extLst>
            </p:cNvPr>
            <p:cNvSpPr txBox="1"/>
            <p:nvPr/>
          </p:nvSpPr>
          <p:spPr>
            <a:xfrm>
              <a:off x="0" y="-38100"/>
              <a:ext cx="2187782" cy="104564"/>
            </a:xfrm>
            <a:prstGeom prst="rect">
              <a:avLst/>
            </a:prstGeom>
          </p:spPr>
          <p:txBody>
            <a:bodyPr lIns="25400" tIns="25400" rIns="25400" bIns="25400" rtlCol="0" anchor="ctr"/>
            <a:lstStyle/>
            <a:p>
              <a:pPr algn="ctr">
                <a:lnSpc>
                  <a:spcPts val="1330"/>
                </a:lnSpc>
              </a:pPr>
              <a:endParaRPr sz="700"/>
            </a:p>
          </p:txBody>
        </p:sp>
      </p:grpSp>
      <p:grpSp>
        <p:nvGrpSpPr>
          <p:cNvPr id="5" name="Group 5">
            <a:extLst>
              <a:ext uri="{FF2B5EF4-FFF2-40B4-BE49-F238E27FC236}">
                <a16:creationId xmlns:a16="http://schemas.microsoft.com/office/drawing/2014/main" id="{071C7EC6-7D4C-F061-CDE0-6A50914ECB9E}"/>
              </a:ext>
            </a:extLst>
          </p:cNvPr>
          <p:cNvGrpSpPr/>
          <p:nvPr/>
        </p:nvGrpSpPr>
        <p:grpSpPr>
          <a:xfrm>
            <a:off x="0" y="5017322"/>
            <a:ext cx="7571294" cy="126178"/>
            <a:chOff x="0" y="0"/>
            <a:chExt cx="3988171" cy="66464"/>
          </a:xfrm>
        </p:grpSpPr>
        <p:sp>
          <p:nvSpPr>
            <p:cNvPr id="6" name="Freeform 6">
              <a:extLst>
                <a:ext uri="{FF2B5EF4-FFF2-40B4-BE49-F238E27FC236}">
                  <a16:creationId xmlns:a16="http://schemas.microsoft.com/office/drawing/2014/main" id="{B4AD79D7-46FD-6B0C-7DE4-FF78018F4A88}"/>
                </a:ext>
              </a:extLst>
            </p:cNvPr>
            <p:cNvSpPr/>
            <p:nvPr/>
          </p:nvSpPr>
          <p:spPr>
            <a:xfrm>
              <a:off x="0" y="0"/>
              <a:ext cx="3988171" cy="66464"/>
            </a:xfrm>
            <a:custGeom>
              <a:avLst/>
              <a:gdLst/>
              <a:ahLst/>
              <a:cxnLst/>
              <a:rect l="l" t="t" r="r" b="b"/>
              <a:pathLst>
                <a:path w="3988171" h="66464">
                  <a:moveTo>
                    <a:pt x="0" y="0"/>
                  </a:moveTo>
                  <a:lnTo>
                    <a:pt x="3988171" y="0"/>
                  </a:lnTo>
                  <a:lnTo>
                    <a:pt x="3988171"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7" name="TextBox 7">
              <a:extLst>
                <a:ext uri="{FF2B5EF4-FFF2-40B4-BE49-F238E27FC236}">
                  <a16:creationId xmlns:a16="http://schemas.microsoft.com/office/drawing/2014/main" id="{C396E051-FCE8-96D0-093A-9DAA0B6CA32C}"/>
                </a:ext>
              </a:extLst>
            </p:cNvPr>
            <p:cNvSpPr txBox="1"/>
            <p:nvPr/>
          </p:nvSpPr>
          <p:spPr>
            <a:xfrm>
              <a:off x="0" y="-38100"/>
              <a:ext cx="3988171" cy="104564"/>
            </a:xfrm>
            <a:prstGeom prst="rect">
              <a:avLst/>
            </a:prstGeom>
          </p:spPr>
          <p:txBody>
            <a:bodyPr lIns="25400" tIns="25400" rIns="25400" bIns="25400" rtlCol="0" anchor="ctr"/>
            <a:lstStyle/>
            <a:p>
              <a:pPr algn="ctr">
                <a:lnSpc>
                  <a:spcPts val="1330"/>
                </a:lnSpc>
              </a:pPr>
              <a:endParaRPr sz="700"/>
            </a:p>
          </p:txBody>
        </p:sp>
      </p:grpSp>
      <p:grpSp>
        <p:nvGrpSpPr>
          <p:cNvPr id="8" name="Group 8">
            <a:extLst>
              <a:ext uri="{FF2B5EF4-FFF2-40B4-BE49-F238E27FC236}">
                <a16:creationId xmlns:a16="http://schemas.microsoft.com/office/drawing/2014/main" id="{614E0FB1-7343-AA0B-7107-6EF9941BD391}"/>
              </a:ext>
            </a:extLst>
          </p:cNvPr>
          <p:cNvGrpSpPr/>
          <p:nvPr/>
        </p:nvGrpSpPr>
        <p:grpSpPr>
          <a:xfrm rot="2700000">
            <a:off x="3661769" y="-528997"/>
            <a:ext cx="4602320" cy="2123257"/>
            <a:chOff x="0" y="0"/>
            <a:chExt cx="2424267" cy="1118423"/>
          </a:xfrm>
        </p:grpSpPr>
        <p:sp>
          <p:nvSpPr>
            <p:cNvPr id="9" name="Freeform 9">
              <a:extLst>
                <a:ext uri="{FF2B5EF4-FFF2-40B4-BE49-F238E27FC236}">
                  <a16:creationId xmlns:a16="http://schemas.microsoft.com/office/drawing/2014/main" id="{8AFFC971-D518-DC63-82CA-066EEEE8BD9D}"/>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0" name="TextBox 10">
              <a:extLst>
                <a:ext uri="{FF2B5EF4-FFF2-40B4-BE49-F238E27FC236}">
                  <a16:creationId xmlns:a16="http://schemas.microsoft.com/office/drawing/2014/main" id="{EF1F892B-32CB-D20F-CD5E-29D9DD282E0B}"/>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11" name="Group 11">
            <a:extLst>
              <a:ext uri="{FF2B5EF4-FFF2-40B4-BE49-F238E27FC236}">
                <a16:creationId xmlns:a16="http://schemas.microsoft.com/office/drawing/2014/main" id="{0903312A-41E4-0C98-DB5C-2FD31C761F00}"/>
              </a:ext>
            </a:extLst>
          </p:cNvPr>
          <p:cNvGrpSpPr/>
          <p:nvPr/>
        </p:nvGrpSpPr>
        <p:grpSpPr>
          <a:xfrm rot="2700000">
            <a:off x="5632358" y="303921"/>
            <a:ext cx="3724082" cy="1064394"/>
            <a:chOff x="0" y="0"/>
            <a:chExt cx="1961656" cy="560668"/>
          </a:xfrm>
        </p:grpSpPr>
        <p:sp>
          <p:nvSpPr>
            <p:cNvPr id="12" name="Freeform 12">
              <a:extLst>
                <a:ext uri="{FF2B5EF4-FFF2-40B4-BE49-F238E27FC236}">
                  <a16:creationId xmlns:a16="http://schemas.microsoft.com/office/drawing/2014/main" id="{A8440D19-D63B-AF33-3EAE-F2B37D5CF256}"/>
                </a:ext>
              </a:extLst>
            </p:cNvPr>
            <p:cNvSpPr/>
            <p:nvPr/>
          </p:nvSpPr>
          <p:spPr>
            <a:xfrm>
              <a:off x="0" y="0"/>
              <a:ext cx="1961656" cy="560668"/>
            </a:xfrm>
            <a:custGeom>
              <a:avLst/>
              <a:gdLst/>
              <a:ahLst/>
              <a:cxnLst/>
              <a:rect l="l" t="t" r="r" b="b"/>
              <a:pathLst>
                <a:path w="1961656" h="560668">
                  <a:moveTo>
                    <a:pt x="0" y="0"/>
                  </a:moveTo>
                  <a:lnTo>
                    <a:pt x="1961656" y="0"/>
                  </a:lnTo>
                  <a:lnTo>
                    <a:pt x="1961656" y="560668"/>
                  </a:lnTo>
                  <a:lnTo>
                    <a:pt x="0" y="560668"/>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3" name="TextBox 13">
              <a:extLst>
                <a:ext uri="{FF2B5EF4-FFF2-40B4-BE49-F238E27FC236}">
                  <a16:creationId xmlns:a16="http://schemas.microsoft.com/office/drawing/2014/main" id="{70297523-D0C9-81EB-FA45-802E3E7D096A}"/>
                </a:ext>
              </a:extLst>
            </p:cNvPr>
            <p:cNvSpPr txBox="1"/>
            <p:nvPr/>
          </p:nvSpPr>
          <p:spPr>
            <a:xfrm>
              <a:off x="0" y="-38100"/>
              <a:ext cx="1961656" cy="598768"/>
            </a:xfrm>
            <a:prstGeom prst="rect">
              <a:avLst/>
            </a:prstGeom>
          </p:spPr>
          <p:txBody>
            <a:bodyPr lIns="25400" tIns="25400" rIns="25400" bIns="25400" rtlCol="0" anchor="ctr"/>
            <a:lstStyle/>
            <a:p>
              <a:pPr algn="ctr">
                <a:lnSpc>
                  <a:spcPts val="1330"/>
                </a:lnSpc>
              </a:pPr>
              <a:endParaRPr sz="700"/>
            </a:p>
          </p:txBody>
        </p:sp>
      </p:grpSp>
      <p:grpSp>
        <p:nvGrpSpPr>
          <p:cNvPr id="14" name="Group 14">
            <a:extLst>
              <a:ext uri="{FF2B5EF4-FFF2-40B4-BE49-F238E27FC236}">
                <a16:creationId xmlns:a16="http://schemas.microsoft.com/office/drawing/2014/main" id="{3AF039C7-166F-DC3C-FD40-F2CACE3926F2}"/>
              </a:ext>
            </a:extLst>
          </p:cNvPr>
          <p:cNvGrpSpPr/>
          <p:nvPr/>
        </p:nvGrpSpPr>
        <p:grpSpPr>
          <a:xfrm rot="2700000">
            <a:off x="7528217" y="-892816"/>
            <a:ext cx="2873959" cy="1967021"/>
            <a:chOff x="0" y="0"/>
            <a:chExt cx="1513855" cy="1036126"/>
          </a:xfrm>
        </p:grpSpPr>
        <p:sp>
          <p:nvSpPr>
            <p:cNvPr id="15" name="Freeform 15">
              <a:extLst>
                <a:ext uri="{FF2B5EF4-FFF2-40B4-BE49-F238E27FC236}">
                  <a16:creationId xmlns:a16="http://schemas.microsoft.com/office/drawing/2014/main" id="{166C2FB9-D184-461A-308A-1F6AFD5F7BBF}"/>
                </a:ext>
              </a:extLst>
            </p:cNvPr>
            <p:cNvSpPr/>
            <p:nvPr/>
          </p:nvSpPr>
          <p:spPr>
            <a:xfrm>
              <a:off x="0" y="0"/>
              <a:ext cx="1513855" cy="1036126"/>
            </a:xfrm>
            <a:custGeom>
              <a:avLst/>
              <a:gdLst/>
              <a:ahLst/>
              <a:cxnLst/>
              <a:rect l="l" t="t" r="r" b="b"/>
              <a:pathLst>
                <a:path w="1513855" h="1036126">
                  <a:moveTo>
                    <a:pt x="0" y="0"/>
                  </a:moveTo>
                  <a:lnTo>
                    <a:pt x="1513855" y="0"/>
                  </a:lnTo>
                  <a:lnTo>
                    <a:pt x="1513855" y="1036126"/>
                  </a:lnTo>
                  <a:lnTo>
                    <a:pt x="0" y="1036126"/>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6" name="TextBox 16">
              <a:extLst>
                <a:ext uri="{FF2B5EF4-FFF2-40B4-BE49-F238E27FC236}">
                  <a16:creationId xmlns:a16="http://schemas.microsoft.com/office/drawing/2014/main" id="{D78B5C6B-C409-CCBB-2B06-FBD31CAC99E4}"/>
                </a:ext>
              </a:extLst>
            </p:cNvPr>
            <p:cNvSpPr txBox="1"/>
            <p:nvPr/>
          </p:nvSpPr>
          <p:spPr>
            <a:xfrm>
              <a:off x="0" y="-38100"/>
              <a:ext cx="1513855" cy="1074226"/>
            </a:xfrm>
            <a:prstGeom prst="rect">
              <a:avLst/>
            </a:prstGeom>
          </p:spPr>
          <p:txBody>
            <a:bodyPr lIns="25400" tIns="25400" rIns="25400" bIns="25400" rtlCol="0" anchor="ctr"/>
            <a:lstStyle/>
            <a:p>
              <a:pPr algn="ctr">
                <a:lnSpc>
                  <a:spcPts val="1330"/>
                </a:lnSpc>
              </a:pPr>
              <a:endParaRPr sz="700"/>
            </a:p>
          </p:txBody>
        </p:sp>
      </p:grpSp>
      <p:grpSp>
        <p:nvGrpSpPr>
          <p:cNvPr id="17" name="Group 17">
            <a:extLst>
              <a:ext uri="{FF2B5EF4-FFF2-40B4-BE49-F238E27FC236}">
                <a16:creationId xmlns:a16="http://schemas.microsoft.com/office/drawing/2014/main" id="{BB6CD3B7-9C29-31B7-074F-1C8E56CB1626}"/>
              </a:ext>
            </a:extLst>
          </p:cNvPr>
          <p:cNvGrpSpPr/>
          <p:nvPr/>
        </p:nvGrpSpPr>
        <p:grpSpPr>
          <a:xfrm rot="2700000">
            <a:off x="6756840" y="4003698"/>
            <a:ext cx="4602320" cy="2123257"/>
            <a:chOff x="0" y="0"/>
            <a:chExt cx="2424267" cy="1118423"/>
          </a:xfrm>
        </p:grpSpPr>
        <p:sp>
          <p:nvSpPr>
            <p:cNvPr id="18" name="Freeform 18">
              <a:extLst>
                <a:ext uri="{FF2B5EF4-FFF2-40B4-BE49-F238E27FC236}">
                  <a16:creationId xmlns:a16="http://schemas.microsoft.com/office/drawing/2014/main" id="{059C69CD-FBFA-E4B4-AA86-445D5367D190}"/>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9" name="TextBox 19">
              <a:extLst>
                <a:ext uri="{FF2B5EF4-FFF2-40B4-BE49-F238E27FC236}">
                  <a16:creationId xmlns:a16="http://schemas.microsoft.com/office/drawing/2014/main" id="{3FFFD043-6DDC-803C-1EE7-E745D2CD7192}"/>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20" name="Group 20">
            <a:extLst>
              <a:ext uri="{FF2B5EF4-FFF2-40B4-BE49-F238E27FC236}">
                <a16:creationId xmlns:a16="http://schemas.microsoft.com/office/drawing/2014/main" id="{40B8BCE7-F5DB-C74D-120E-15FE119805F6}"/>
              </a:ext>
            </a:extLst>
          </p:cNvPr>
          <p:cNvGrpSpPr/>
          <p:nvPr/>
        </p:nvGrpSpPr>
        <p:grpSpPr>
          <a:xfrm rot="2700000">
            <a:off x="7842195" y="3672519"/>
            <a:ext cx="2166949" cy="1126189"/>
            <a:chOff x="0" y="0"/>
            <a:chExt cx="1141438" cy="593219"/>
          </a:xfrm>
        </p:grpSpPr>
        <p:sp>
          <p:nvSpPr>
            <p:cNvPr id="21" name="Freeform 21">
              <a:extLst>
                <a:ext uri="{FF2B5EF4-FFF2-40B4-BE49-F238E27FC236}">
                  <a16:creationId xmlns:a16="http://schemas.microsoft.com/office/drawing/2014/main" id="{7CCA289A-B33A-364F-D970-B4B0741374DB}"/>
                </a:ext>
              </a:extLst>
            </p:cNvPr>
            <p:cNvSpPr/>
            <p:nvPr/>
          </p:nvSpPr>
          <p:spPr>
            <a:xfrm>
              <a:off x="0" y="0"/>
              <a:ext cx="1141438" cy="593219"/>
            </a:xfrm>
            <a:custGeom>
              <a:avLst/>
              <a:gdLst/>
              <a:ahLst/>
              <a:cxnLst/>
              <a:rect l="l" t="t" r="r" b="b"/>
              <a:pathLst>
                <a:path w="1141438" h="593219">
                  <a:moveTo>
                    <a:pt x="0" y="0"/>
                  </a:moveTo>
                  <a:lnTo>
                    <a:pt x="1141438" y="0"/>
                  </a:lnTo>
                  <a:lnTo>
                    <a:pt x="1141438" y="593219"/>
                  </a:lnTo>
                  <a:lnTo>
                    <a:pt x="0" y="593219"/>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22" name="TextBox 22">
              <a:extLst>
                <a:ext uri="{FF2B5EF4-FFF2-40B4-BE49-F238E27FC236}">
                  <a16:creationId xmlns:a16="http://schemas.microsoft.com/office/drawing/2014/main" id="{6D1B43F8-87A5-2EDD-F149-BE82A2984EB5}"/>
                </a:ext>
              </a:extLst>
            </p:cNvPr>
            <p:cNvSpPr txBox="1"/>
            <p:nvPr/>
          </p:nvSpPr>
          <p:spPr>
            <a:xfrm>
              <a:off x="0" y="-38100"/>
              <a:ext cx="1141438" cy="631319"/>
            </a:xfrm>
            <a:prstGeom prst="rect">
              <a:avLst/>
            </a:prstGeom>
          </p:spPr>
          <p:txBody>
            <a:bodyPr lIns="25400" tIns="25400" rIns="25400" bIns="25400" rtlCol="0" anchor="ctr"/>
            <a:lstStyle/>
            <a:p>
              <a:pPr algn="ctr">
                <a:lnSpc>
                  <a:spcPts val="1330"/>
                </a:lnSpc>
              </a:pPr>
              <a:endParaRPr sz="700"/>
            </a:p>
          </p:txBody>
        </p:sp>
      </p:grpSp>
      <p:grpSp>
        <p:nvGrpSpPr>
          <p:cNvPr id="23" name="Group 23">
            <a:extLst>
              <a:ext uri="{FF2B5EF4-FFF2-40B4-BE49-F238E27FC236}">
                <a16:creationId xmlns:a16="http://schemas.microsoft.com/office/drawing/2014/main" id="{2ABF0622-9241-CD75-6B4F-4578A248FF9B}"/>
              </a:ext>
            </a:extLst>
          </p:cNvPr>
          <p:cNvGrpSpPr/>
          <p:nvPr/>
        </p:nvGrpSpPr>
        <p:grpSpPr>
          <a:xfrm>
            <a:off x="5720497" y="768985"/>
            <a:ext cx="3475712" cy="3475712"/>
            <a:chOff x="0" y="0"/>
            <a:chExt cx="812800" cy="812800"/>
          </a:xfrm>
        </p:grpSpPr>
        <p:sp>
          <p:nvSpPr>
            <p:cNvPr id="24" name="Freeform 24">
              <a:extLst>
                <a:ext uri="{FF2B5EF4-FFF2-40B4-BE49-F238E27FC236}">
                  <a16:creationId xmlns:a16="http://schemas.microsoft.com/office/drawing/2014/main" id="{0A81DF20-399E-AF89-89B0-FC2CA2FD0162}"/>
                </a:ext>
              </a:extLst>
            </p:cNvPr>
            <p:cNvSpPr/>
            <p:nvPr/>
          </p:nvSpPr>
          <p:spPr>
            <a:xfrm>
              <a:off x="0" y="0"/>
              <a:ext cx="812800" cy="812800"/>
            </a:xfrm>
            <a:custGeom>
              <a:avLst/>
              <a:gdLst/>
              <a:ahLst/>
              <a:cxnLst/>
              <a:rect l="l" t="t" r="r" b="b"/>
              <a:pathLst>
                <a:path w="812800" h="812800">
                  <a:moveTo>
                    <a:pt x="574675" y="0"/>
                  </a:moveTo>
                  <a:lnTo>
                    <a:pt x="812800" y="238125"/>
                  </a:lnTo>
                  <a:lnTo>
                    <a:pt x="812800" y="574675"/>
                  </a:lnTo>
                  <a:lnTo>
                    <a:pt x="574675" y="812800"/>
                  </a:lnTo>
                  <a:lnTo>
                    <a:pt x="238125" y="812800"/>
                  </a:lnTo>
                  <a:lnTo>
                    <a:pt x="0" y="574675"/>
                  </a:lnTo>
                  <a:lnTo>
                    <a:pt x="0" y="238125"/>
                  </a:lnTo>
                  <a:lnTo>
                    <a:pt x="238125" y="0"/>
                  </a:lnTo>
                  <a:lnTo>
                    <a:pt x="574675" y="0"/>
                  </a:lnTo>
                  <a:close/>
                </a:path>
              </a:pathLst>
            </a:custGeom>
            <a:gradFill rotWithShape="1">
              <a:gsLst>
                <a:gs pos="0">
                  <a:srgbClr val="042882">
                    <a:alpha val="100000"/>
                  </a:srgbClr>
                </a:gs>
                <a:gs pos="100000">
                  <a:srgbClr val="2A83D0">
                    <a:alpha val="100000"/>
                  </a:srgbClr>
                </a:gs>
              </a:gsLst>
              <a:lin ang="0"/>
            </a:gradFill>
            <a:ln cap="sq">
              <a:noFill/>
              <a:prstDash val="solid"/>
              <a:miter/>
            </a:ln>
          </p:spPr>
          <p:txBody>
            <a:bodyPr/>
            <a:lstStyle/>
            <a:p>
              <a:endParaRPr lang="en-IN" sz="700"/>
            </a:p>
          </p:txBody>
        </p:sp>
        <p:sp>
          <p:nvSpPr>
            <p:cNvPr id="25" name="TextBox 25">
              <a:extLst>
                <a:ext uri="{FF2B5EF4-FFF2-40B4-BE49-F238E27FC236}">
                  <a16:creationId xmlns:a16="http://schemas.microsoft.com/office/drawing/2014/main" id="{40C2189F-9BF3-791F-6AA1-3475C52DFABC}"/>
                </a:ext>
              </a:extLst>
            </p:cNvPr>
            <p:cNvSpPr txBox="1"/>
            <p:nvPr/>
          </p:nvSpPr>
          <p:spPr>
            <a:xfrm>
              <a:off x="63500" y="25400"/>
              <a:ext cx="685800" cy="723900"/>
            </a:xfrm>
            <a:prstGeom prst="rect">
              <a:avLst/>
            </a:prstGeom>
          </p:spPr>
          <p:txBody>
            <a:bodyPr lIns="29445" tIns="29445" rIns="29445" bIns="29445" rtlCol="0" anchor="ctr"/>
            <a:lstStyle/>
            <a:p>
              <a:pPr algn="ctr">
                <a:lnSpc>
                  <a:spcPts val="1330"/>
                </a:lnSpc>
                <a:spcBef>
                  <a:spcPct val="0"/>
                </a:spcBef>
              </a:pPr>
              <a:endParaRPr sz="700"/>
            </a:p>
          </p:txBody>
        </p:sp>
      </p:grpSp>
      <p:sp>
        <p:nvSpPr>
          <p:cNvPr id="34" name="Freeform 34">
            <a:extLst>
              <a:ext uri="{FF2B5EF4-FFF2-40B4-BE49-F238E27FC236}">
                <a16:creationId xmlns:a16="http://schemas.microsoft.com/office/drawing/2014/main" id="{79637531-A44E-C462-F403-761C10B95F61}"/>
              </a:ext>
            </a:extLst>
          </p:cNvPr>
          <p:cNvSpPr/>
          <p:nvPr/>
        </p:nvSpPr>
        <p:spPr>
          <a:xfrm>
            <a:off x="4814816" y="492813"/>
            <a:ext cx="857064" cy="159628"/>
          </a:xfrm>
          <a:custGeom>
            <a:avLst/>
            <a:gdLst/>
            <a:ahLst/>
            <a:cxnLst/>
            <a:rect l="l" t="t" r="r" b="b"/>
            <a:pathLst>
              <a:path w="1714127" h="319256">
                <a:moveTo>
                  <a:pt x="0" y="0"/>
                </a:moveTo>
                <a:lnTo>
                  <a:pt x="1714127" y="0"/>
                </a:lnTo>
                <a:lnTo>
                  <a:pt x="1714127" y="319257"/>
                </a:lnTo>
                <a:lnTo>
                  <a:pt x="0" y="319257"/>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sz="700"/>
          </a:p>
        </p:txBody>
      </p:sp>
      <p:sp>
        <p:nvSpPr>
          <p:cNvPr id="35" name="Freeform 35">
            <a:extLst>
              <a:ext uri="{FF2B5EF4-FFF2-40B4-BE49-F238E27FC236}">
                <a16:creationId xmlns:a16="http://schemas.microsoft.com/office/drawing/2014/main" id="{DCD7CC8C-164D-C41A-6252-42C99A05871B}"/>
              </a:ext>
            </a:extLst>
          </p:cNvPr>
          <p:cNvSpPr/>
          <p:nvPr/>
        </p:nvSpPr>
        <p:spPr>
          <a:xfrm>
            <a:off x="8435937" y="4382878"/>
            <a:ext cx="857064" cy="159628"/>
          </a:xfrm>
          <a:custGeom>
            <a:avLst/>
            <a:gdLst/>
            <a:ahLst/>
            <a:cxnLst/>
            <a:rect l="l" t="t" r="r" b="b"/>
            <a:pathLst>
              <a:path w="1714127" h="319256">
                <a:moveTo>
                  <a:pt x="0" y="0"/>
                </a:moveTo>
                <a:lnTo>
                  <a:pt x="1714127" y="0"/>
                </a:lnTo>
                <a:lnTo>
                  <a:pt x="1714127" y="319256"/>
                </a:lnTo>
                <a:lnTo>
                  <a:pt x="0" y="31925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sz="700"/>
          </a:p>
        </p:txBody>
      </p:sp>
      <p:sp>
        <p:nvSpPr>
          <p:cNvPr id="36" name="Freeform 36">
            <a:extLst>
              <a:ext uri="{FF2B5EF4-FFF2-40B4-BE49-F238E27FC236}">
                <a16:creationId xmlns:a16="http://schemas.microsoft.com/office/drawing/2014/main" id="{8672D197-9BF9-8CFA-6DF7-2937B68FFD86}"/>
              </a:ext>
            </a:extLst>
          </p:cNvPr>
          <p:cNvSpPr/>
          <p:nvPr/>
        </p:nvSpPr>
        <p:spPr>
          <a:xfrm>
            <a:off x="8726258" y="4572000"/>
            <a:ext cx="857064" cy="159628"/>
          </a:xfrm>
          <a:custGeom>
            <a:avLst/>
            <a:gdLst/>
            <a:ahLst/>
            <a:cxnLst/>
            <a:rect l="l" t="t" r="r" b="b"/>
            <a:pathLst>
              <a:path w="1714127" h="319256">
                <a:moveTo>
                  <a:pt x="0" y="0"/>
                </a:moveTo>
                <a:lnTo>
                  <a:pt x="1714128" y="0"/>
                </a:lnTo>
                <a:lnTo>
                  <a:pt x="1714128" y="319256"/>
                </a:lnTo>
                <a:lnTo>
                  <a:pt x="0" y="31925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sz="700"/>
          </a:p>
        </p:txBody>
      </p:sp>
      <p:grpSp>
        <p:nvGrpSpPr>
          <p:cNvPr id="47" name="Group 46">
            <a:extLst>
              <a:ext uri="{FF2B5EF4-FFF2-40B4-BE49-F238E27FC236}">
                <a16:creationId xmlns:a16="http://schemas.microsoft.com/office/drawing/2014/main" id="{1E9CDC51-FF0E-F171-6762-BB19A05B4D8E}"/>
              </a:ext>
            </a:extLst>
          </p:cNvPr>
          <p:cNvGrpSpPr/>
          <p:nvPr/>
        </p:nvGrpSpPr>
        <p:grpSpPr>
          <a:xfrm>
            <a:off x="-19007" y="2928677"/>
            <a:ext cx="4276134" cy="431080"/>
            <a:chOff x="0" y="2985846"/>
            <a:chExt cx="4276134" cy="431080"/>
          </a:xfrm>
        </p:grpSpPr>
        <p:grpSp>
          <p:nvGrpSpPr>
            <p:cNvPr id="28" name="Group 28">
              <a:extLst>
                <a:ext uri="{FF2B5EF4-FFF2-40B4-BE49-F238E27FC236}">
                  <a16:creationId xmlns:a16="http://schemas.microsoft.com/office/drawing/2014/main" id="{20253B4E-5254-3A4A-D2B3-FDC541381304}"/>
                </a:ext>
              </a:extLst>
            </p:cNvPr>
            <p:cNvGrpSpPr/>
            <p:nvPr/>
          </p:nvGrpSpPr>
          <p:grpSpPr>
            <a:xfrm>
              <a:off x="0" y="2985846"/>
              <a:ext cx="4224335" cy="431080"/>
              <a:chOff x="0" y="-38100"/>
              <a:chExt cx="4355842" cy="444500"/>
            </a:xfrm>
          </p:grpSpPr>
          <p:sp>
            <p:nvSpPr>
              <p:cNvPr id="29" name="Freeform 29">
                <a:extLst>
                  <a:ext uri="{FF2B5EF4-FFF2-40B4-BE49-F238E27FC236}">
                    <a16:creationId xmlns:a16="http://schemas.microsoft.com/office/drawing/2014/main" id="{98AC3028-4A73-A10C-B23F-D62CE7C18AED}"/>
                  </a:ext>
                </a:extLst>
              </p:cNvPr>
              <p:cNvSpPr/>
              <p:nvPr/>
            </p:nvSpPr>
            <p:spPr>
              <a:xfrm>
                <a:off x="0" y="0"/>
                <a:ext cx="4355842" cy="406400"/>
              </a:xfrm>
              <a:custGeom>
                <a:avLst/>
                <a:gdLst/>
                <a:ahLst/>
                <a:cxnLst/>
                <a:rect l="l" t="t" r="r" b="b"/>
                <a:pathLst>
                  <a:path w="4355842" h="406400">
                    <a:moveTo>
                      <a:pt x="4152642" y="0"/>
                    </a:moveTo>
                    <a:lnTo>
                      <a:pt x="0" y="0"/>
                    </a:lnTo>
                    <a:lnTo>
                      <a:pt x="0" y="406400"/>
                    </a:lnTo>
                    <a:lnTo>
                      <a:pt x="4152642" y="406400"/>
                    </a:lnTo>
                    <a:lnTo>
                      <a:pt x="4355842" y="203200"/>
                    </a:lnTo>
                    <a:lnTo>
                      <a:pt x="4152642" y="0"/>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30" name="TextBox 30">
                <a:extLst>
                  <a:ext uri="{FF2B5EF4-FFF2-40B4-BE49-F238E27FC236}">
                    <a16:creationId xmlns:a16="http://schemas.microsoft.com/office/drawing/2014/main" id="{199C1F1F-4C5C-E8C0-1593-D5C9F6952716}"/>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44" name="TextBox 44">
              <a:extLst>
                <a:ext uri="{FF2B5EF4-FFF2-40B4-BE49-F238E27FC236}">
                  <a16:creationId xmlns:a16="http://schemas.microsoft.com/office/drawing/2014/main" id="{3578161E-D839-4793-89CB-83A287A2849E}"/>
                </a:ext>
              </a:extLst>
            </p:cNvPr>
            <p:cNvSpPr txBox="1"/>
            <p:nvPr/>
          </p:nvSpPr>
          <p:spPr>
            <a:xfrm>
              <a:off x="466725" y="3100839"/>
              <a:ext cx="3809409" cy="223587"/>
            </a:xfrm>
            <a:prstGeom prst="rect">
              <a:avLst/>
            </a:prstGeom>
          </p:spPr>
          <p:txBody>
            <a:bodyPr lIns="0" tIns="0" rIns="0" bIns="0" rtlCol="0" anchor="t">
              <a:spAutoFit/>
            </a:bodyPr>
            <a:lstStyle/>
            <a:p>
              <a:pPr>
                <a:lnSpc>
                  <a:spcPts val="1943"/>
                </a:lnSpc>
              </a:pPr>
              <a:r>
                <a:rPr lang="en-US" sz="1400" b="1" spc="583" dirty="0">
                  <a:solidFill>
                    <a:srgbClr val="FFFFFF"/>
                  </a:solidFill>
                  <a:latin typeface="Arial" panose="020B0604020202020204" pitchFamily="34" charset="0"/>
                  <a:ea typeface="Aileron Bold"/>
                  <a:cs typeface="Arial" panose="020B0604020202020204" pitchFamily="34" charset="0"/>
                  <a:sym typeface="Aileron Bold"/>
                </a:rPr>
                <a:t>PRESENTATION 2026</a:t>
              </a:r>
            </a:p>
          </p:txBody>
        </p:sp>
      </p:grpSp>
      <p:sp>
        <p:nvSpPr>
          <p:cNvPr id="40" name="TextBox 40">
            <a:extLst>
              <a:ext uri="{FF2B5EF4-FFF2-40B4-BE49-F238E27FC236}">
                <a16:creationId xmlns:a16="http://schemas.microsoft.com/office/drawing/2014/main" id="{EEE29F0A-1253-B8CE-E742-41B8B6EB922D}"/>
              </a:ext>
            </a:extLst>
          </p:cNvPr>
          <p:cNvSpPr txBox="1"/>
          <p:nvPr/>
        </p:nvSpPr>
        <p:spPr>
          <a:xfrm>
            <a:off x="854979" y="3645023"/>
            <a:ext cx="1633432" cy="154209"/>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Faculty Name</a:t>
            </a:r>
          </a:p>
        </p:txBody>
      </p:sp>
      <p:sp>
        <p:nvSpPr>
          <p:cNvPr id="42" name="TextBox 42">
            <a:extLst>
              <a:ext uri="{FF2B5EF4-FFF2-40B4-BE49-F238E27FC236}">
                <a16:creationId xmlns:a16="http://schemas.microsoft.com/office/drawing/2014/main" id="{2E9FAC26-1E84-D690-0FD4-B1A364AF40DE}"/>
              </a:ext>
            </a:extLst>
          </p:cNvPr>
          <p:cNvSpPr txBox="1"/>
          <p:nvPr/>
        </p:nvSpPr>
        <p:spPr>
          <a:xfrm>
            <a:off x="860459" y="3793022"/>
            <a:ext cx="1633432" cy="227435"/>
          </a:xfrm>
          <a:prstGeom prst="rect">
            <a:avLst/>
          </a:prstGeom>
        </p:spPr>
        <p:txBody>
          <a:bodyPr lIns="0" tIns="0" rIns="0" bIns="0" rtlCol="0" anchor="t">
            <a:spAutoFit/>
          </a:bodyPr>
          <a:lstStyle/>
          <a:p>
            <a:pPr>
              <a:lnSpc>
                <a:spcPts val="2038"/>
              </a:lnSpc>
            </a:pPr>
            <a:r>
              <a:rPr lang="en-US" sz="1200" b="1" dirty="0" err="1">
                <a:solidFill>
                  <a:srgbClr val="0D358D"/>
                </a:solidFill>
                <a:latin typeface="Arial" panose="020B0604020202020204" pitchFamily="34" charset="0"/>
                <a:ea typeface="Aileron Bold"/>
                <a:cs typeface="Arial" panose="020B0604020202020204" pitchFamily="34" charset="0"/>
                <a:sym typeface="Aileron Bold"/>
              </a:rPr>
              <a:t>Ms.S.MALLIKA</a:t>
            </a:r>
            <a:endParaRPr lang="en-US" sz="1200" b="1" dirty="0">
              <a:solidFill>
                <a:srgbClr val="0D358D"/>
              </a:solidFill>
              <a:latin typeface="Arial" panose="020B0604020202020204" pitchFamily="34" charset="0"/>
              <a:ea typeface="Aileron Bold"/>
              <a:cs typeface="Arial" panose="020B0604020202020204" pitchFamily="34" charset="0"/>
              <a:sym typeface="Aileron Bold"/>
            </a:endParaRPr>
          </a:p>
        </p:txBody>
      </p:sp>
      <p:pic>
        <p:nvPicPr>
          <p:cNvPr id="50" name="Picture 49" descr="A blue circle with a person and a envelope in it&#10;&#10;AI-generated content may be incorrect.">
            <a:extLst>
              <a:ext uri="{FF2B5EF4-FFF2-40B4-BE49-F238E27FC236}">
                <a16:creationId xmlns:a16="http://schemas.microsoft.com/office/drawing/2014/main" id="{C926F708-70B7-B0DB-A148-0FA2830D925D}"/>
              </a:ext>
            </a:extLst>
          </p:cNvPr>
          <p:cNvPicPr>
            <a:picLocks noChangeAspect="1"/>
          </p:cNvPicPr>
          <p:nvPr/>
        </p:nvPicPr>
        <p:blipFill>
          <a:blip r:embed="rId5"/>
          <a:srcRect l="26757" t="2453" r="27842" b="53701"/>
          <a:stretch>
            <a:fillRect/>
          </a:stretch>
        </p:blipFill>
        <p:spPr>
          <a:xfrm>
            <a:off x="429808" y="3639905"/>
            <a:ext cx="395331" cy="381795"/>
          </a:xfrm>
          <a:prstGeom prst="rect">
            <a:avLst/>
          </a:prstGeom>
        </p:spPr>
      </p:pic>
      <p:sp>
        <p:nvSpPr>
          <p:cNvPr id="41" name="TextBox 41">
            <a:extLst>
              <a:ext uri="{FF2B5EF4-FFF2-40B4-BE49-F238E27FC236}">
                <a16:creationId xmlns:a16="http://schemas.microsoft.com/office/drawing/2014/main" id="{3403BDBE-05E2-50C5-0F55-4F0483352E2C}"/>
              </a:ext>
            </a:extLst>
          </p:cNvPr>
          <p:cNvSpPr txBox="1"/>
          <p:nvPr/>
        </p:nvSpPr>
        <p:spPr>
          <a:xfrm>
            <a:off x="3176086" y="3642226"/>
            <a:ext cx="1809978" cy="154209"/>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Faculty Email</a:t>
            </a:r>
          </a:p>
        </p:txBody>
      </p:sp>
      <p:sp>
        <p:nvSpPr>
          <p:cNvPr id="43" name="TextBox 43">
            <a:extLst>
              <a:ext uri="{FF2B5EF4-FFF2-40B4-BE49-F238E27FC236}">
                <a16:creationId xmlns:a16="http://schemas.microsoft.com/office/drawing/2014/main" id="{B84F91E2-C42E-10B3-A03A-88AA58AF1258}"/>
              </a:ext>
            </a:extLst>
          </p:cNvPr>
          <p:cNvSpPr txBox="1"/>
          <p:nvPr/>
        </p:nvSpPr>
        <p:spPr>
          <a:xfrm>
            <a:off x="3176086" y="3803810"/>
            <a:ext cx="2815951" cy="227435"/>
          </a:xfrm>
          <a:prstGeom prst="rect">
            <a:avLst/>
          </a:prstGeom>
        </p:spPr>
        <p:txBody>
          <a:bodyPr wrap="square" lIns="0" tIns="0" rIns="0" bIns="0" rtlCol="0" anchor="t">
            <a:spAutoFit/>
          </a:bodyPr>
          <a:lstStyle/>
          <a:p>
            <a:pPr>
              <a:lnSpc>
                <a:spcPts val="2038"/>
              </a:lnSpc>
            </a:pPr>
            <a:r>
              <a:rPr lang="en-US" sz="1200" b="1" dirty="0">
                <a:solidFill>
                  <a:srgbClr val="0D358D"/>
                </a:solidFill>
                <a:latin typeface="Arial" panose="020B0604020202020204" pitchFamily="34" charset="0"/>
                <a:ea typeface="Aileron Bold"/>
                <a:cs typeface="Arial" panose="020B0604020202020204" pitchFamily="34" charset="0"/>
                <a:sym typeface="Aileron Bold"/>
              </a:rPr>
              <a:t>smallika5789@gmail.com</a:t>
            </a:r>
          </a:p>
        </p:txBody>
      </p:sp>
      <p:pic>
        <p:nvPicPr>
          <p:cNvPr id="51" name="Picture 50" descr="A blue circle with a person and a envelope in it&#10;&#10;AI-generated content may be incorrect.">
            <a:extLst>
              <a:ext uri="{FF2B5EF4-FFF2-40B4-BE49-F238E27FC236}">
                <a16:creationId xmlns:a16="http://schemas.microsoft.com/office/drawing/2014/main" id="{EC8FEF14-C75E-1155-0600-B4343B3F57F8}"/>
              </a:ext>
            </a:extLst>
          </p:cNvPr>
          <p:cNvPicPr>
            <a:picLocks noChangeAspect="1"/>
          </p:cNvPicPr>
          <p:nvPr/>
        </p:nvPicPr>
        <p:blipFill>
          <a:blip r:embed="rId5"/>
          <a:srcRect l="26859" t="52379" r="26874" b="2349"/>
          <a:stretch>
            <a:fillRect/>
          </a:stretch>
        </p:blipFill>
        <p:spPr>
          <a:xfrm>
            <a:off x="2747249" y="3631981"/>
            <a:ext cx="398279" cy="389719"/>
          </a:xfrm>
          <a:prstGeom prst="rect">
            <a:avLst/>
          </a:prstGeom>
        </p:spPr>
      </p:pic>
      <p:grpSp>
        <p:nvGrpSpPr>
          <p:cNvPr id="66" name="Group 65">
            <a:extLst>
              <a:ext uri="{FF2B5EF4-FFF2-40B4-BE49-F238E27FC236}">
                <a16:creationId xmlns:a16="http://schemas.microsoft.com/office/drawing/2014/main" id="{658A7A12-122B-4A3C-11D3-C4D8BF732077}"/>
              </a:ext>
            </a:extLst>
          </p:cNvPr>
          <p:cNvGrpSpPr/>
          <p:nvPr/>
        </p:nvGrpSpPr>
        <p:grpSpPr>
          <a:xfrm>
            <a:off x="860459" y="4337076"/>
            <a:ext cx="2272871" cy="389019"/>
            <a:chOff x="3139699" y="4295282"/>
            <a:chExt cx="2272871" cy="389019"/>
          </a:xfrm>
        </p:grpSpPr>
        <p:sp>
          <p:nvSpPr>
            <p:cNvPr id="67" name="TextBox 41">
              <a:extLst>
                <a:ext uri="{FF2B5EF4-FFF2-40B4-BE49-F238E27FC236}">
                  <a16:creationId xmlns:a16="http://schemas.microsoft.com/office/drawing/2014/main" id="{5FE6F280-D970-382B-5260-25E219F86722}"/>
                </a:ext>
              </a:extLst>
            </p:cNvPr>
            <p:cNvSpPr txBox="1"/>
            <p:nvPr/>
          </p:nvSpPr>
          <p:spPr>
            <a:xfrm>
              <a:off x="3139699" y="4295282"/>
              <a:ext cx="1809978" cy="158890"/>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Mentor Name</a:t>
              </a:r>
            </a:p>
          </p:txBody>
        </p:sp>
        <p:sp>
          <p:nvSpPr>
            <p:cNvPr id="68" name="TextBox 43">
              <a:extLst>
                <a:ext uri="{FF2B5EF4-FFF2-40B4-BE49-F238E27FC236}">
                  <a16:creationId xmlns:a16="http://schemas.microsoft.com/office/drawing/2014/main" id="{A541DFB6-306C-CD3E-24BD-6D7131F87B73}"/>
                </a:ext>
              </a:extLst>
            </p:cNvPr>
            <p:cNvSpPr txBox="1"/>
            <p:nvPr/>
          </p:nvSpPr>
          <p:spPr>
            <a:xfrm>
              <a:off x="3139699" y="4456866"/>
              <a:ext cx="2272871" cy="227435"/>
            </a:xfrm>
            <a:prstGeom prst="rect">
              <a:avLst/>
            </a:prstGeom>
          </p:spPr>
          <p:txBody>
            <a:bodyPr lIns="0" tIns="0" rIns="0" bIns="0" rtlCol="0" anchor="t">
              <a:spAutoFit/>
            </a:bodyPr>
            <a:lstStyle/>
            <a:p>
              <a:pPr>
                <a:lnSpc>
                  <a:spcPts val="2038"/>
                </a:lnSpc>
              </a:pPr>
              <a:r>
                <a:rPr lang="en-US" sz="1200" b="1" dirty="0" err="1">
                  <a:solidFill>
                    <a:srgbClr val="0D358D"/>
                  </a:solidFill>
                  <a:latin typeface="Arial" panose="020B0604020202020204" pitchFamily="34" charset="0"/>
                  <a:ea typeface="Aileron Bold"/>
                  <a:cs typeface="Arial" panose="020B0604020202020204" pitchFamily="34" charset="0"/>
                  <a:sym typeface="Aileron Bold"/>
                </a:rPr>
                <a:t>Ms,Uma</a:t>
              </a:r>
              <a:r>
                <a:rPr lang="en-US" sz="1200" b="1" dirty="0">
                  <a:solidFill>
                    <a:srgbClr val="0D358D"/>
                  </a:solidFill>
                  <a:latin typeface="Arial" panose="020B0604020202020204" pitchFamily="34" charset="0"/>
                  <a:ea typeface="Aileron Bold"/>
                  <a:cs typeface="Arial" panose="020B0604020202020204" pitchFamily="34" charset="0"/>
                  <a:sym typeface="Aileron Bold"/>
                </a:rPr>
                <a:t> Maheswari R</a:t>
              </a:r>
            </a:p>
          </p:txBody>
        </p:sp>
      </p:grpSp>
      <p:pic>
        <p:nvPicPr>
          <p:cNvPr id="71" name="Picture 70">
            <a:extLst>
              <a:ext uri="{FF2B5EF4-FFF2-40B4-BE49-F238E27FC236}">
                <a16:creationId xmlns:a16="http://schemas.microsoft.com/office/drawing/2014/main" id="{4094A52A-31D4-B030-C8BD-9B0ACB0083EC}"/>
              </a:ext>
            </a:extLst>
          </p:cNvPr>
          <p:cNvPicPr>
            <a:picLocks noChangeAspect="1"/>
          </p:cNvPicPr>
          <p:nvPr/>
        </p:nvPicPr>
        <p:blipFill>
          <a:blip r:embed="rId6"/>
          <a:srcRect l="28109" t="6546" r="28551" b="49509"/>
          <a:stretch>
            <a:fillRect/>
          </a:stretch>
        </p:blipFill>
        <p:spPr>
          <a:xfrm>
            <a:off x="447718" y="4346948"/>
            <a:ext cx="375815" cy="381063"/>
          </a:xfrm>
          <a:prstGeom prst="rect">
            <a:avLst/>
          </a:prstGeom>
        </p:spPr>
      </p:pic>
      <p:grpSp>
        <p:nvGrpSpPr>
          <p:cNvPr id="49" name="Group 48">
            <a:extLst>
              <a:ext uri="{FF2B5EF4-FFF2-40B4-BE49-F238E27FC236}">
                <a16:creationId xmlns:a16="http://schemas.microsoft.com/office/drawing/2014/main" id="{18150B14-0B49-9E22-C961-786A40F27A84}"/>
              </a:ext>
            </a:extLst>
          </p:cNvPr>
          <p:cNvGrpSpPr/>
          <p:nvPr/>
        </p:nvGrpSpPr>
        <p:grpSpPr>
          <a:xfrm>
            <a:off x="640733" y="769747"/>
            <a:ext cx="3051630" cy="258616"/>
            <a:chOff x="1068621" y="826472"/>
            <a:chExt cx="2166264" cy="183584"/>
          </a:xfrm>
        </p:grpSpPr>
        <p:pic>
          <p:nvPicPr>
            <p:cNvPr id="55" name="Picture 54" descr="A blue and black logo&#10;&#10;AI-generated content may be incorrect.">
              <a:extLst>
                <a:ext uri="{FF2B5EF4-FFF2-40B4-BE49-F238E27FC236}">
                  <a16:creationId xmlns:a16="http://schemas.microsoft.com/office/drawing/2014/main" id="{9016EA03-A173-06E1-C2CA-FF7DC65A3637}"/>
                </a:ext>
              </a:extLst>
            </p:cNvPr>
            <p:cNvPicPr>
              <a:picLocks noChangeAspect="1"/>
            </p:cNvPicPr>
            <p:nvPr/>
          </p:nvPicPr>
          <p:blipFill>
            <a:blip r:embed="rId7"/>
            <a:stretch>
              <a:fillRect/>
            </a:stretch>
          </p:blipFill>
          <p:spPr>
            <a:xfrm>
              <a:off x="1068621" y="826472"/>
              <a:ext cx="632879" cy="158848"/>
            </a:xfrm>
            <a:prstGeom prst="rect">
              <a:avLst/>
            </a:prstGeom>
          </p:spPr>
        </p:pic>
        <p:pic>
          <p:nvPicPr>
            <p:cNvPr id="57" name="Picture 56" descr="A close up of a logo&#10;&#10;AI-generated content may be incorrect.">
              <a:extLst>
                <a:ext uri="{FF2B5EF4-FFF2-40B4-BE49-F238E27FC236}">
                  <a16:creationId xmlns:a16="http://schemas.microsoft.com/office/drawing/2014/main" id="{B084208C-F6C2-47AC-3616-A62F69B53173}"/>
                </a:ext>
              </a:extLst>
            </p:cNvPr>
            <p:cNvPicPr>
              <a:picLocks noChangeAspect="1"/>
            </p:cNvPicPr>
            <p:nvPr/>
          </p:nvPicPr>
          <p:blipFill>
            <a:blip r:embed="rId8"/>
            <a:stretch>
              <a:fillRect/>
            </a:stretch>
          </p:blipFill>
          <p:spPr>
            <a:xfrm>
              <a:off x="2670437" y="826472"/>
              <a:ext cx="564448" cy="183584"/>
            </a:xfrm>
            <a:prstGeom prst="rect">
              <a:avLst/>
            </a:prstGeom>
          </p:spPr>
        </p:pic>
      </p:grpSp>
      <p:sp>
        <p:nvSpPr>
          <p:cNvPr id="31" name="Shape 7">
            <a:extLst>
              <a:ext uri="{FF2B5EF4-FFF2-40B4-BE49-F238E27FC236}">
                <a16:creationId xmlns:a16="http://schemas.microsoft.com/office/drawing/2014/main" id="{4DEADC42-07CF-F7CC-6F54-42498EAA37B3}"/>
              </a:ext>
            </a:extLst>
          </p:cNvPr>
          <p:cNvSpPr/>
          <p:nvPr/>
        </p:nvSpPr>
        <p:spPr>
          <a:xfrm rot="18195971">
            <a:off x="5802826" y="2309413"/>
            <a:ext cx="2834640" cy="109728"/>
          </a:xfrm>
          <a:prstGeom prst="rect">
            <a:avLst/>
          </a:prstGeom>
          <a:solidFill>
            <a:srgbClr val="4FC3F7"/>
          </a:solidFill>
          <a:ln/>
        </p:spPr>
        <p:txBody>
          <a:bodyPr/>
          <a:lstStyle/>
          <a:p>
            <a:endParaRPr lang="en-IN"/>
          </a:p>
        </p:txBody>
      </p:sp>
      <p:sp>
        <p:nvSpPr>
          <p:cNvPr id="32" name="Shape 8">
            <a:extLst>
              <a:ext uri="{FF2B5EF4-FFF2-40B4-BE49-F238E27FC236}">
                <a16:creationId xmlns:a16="http://schemas.microsoft.com/office/drawing/2014/main" id="{51B3A474-02DA-6A59-3FFF-434FDDC06A2B}"/>
              </a:ext>
            </a:extLst>
          </p:cNvPr>
          <p:cNvSpPr/>
          <p:nvPr/>
        </p:nvSpPr>
        <p:spPr>
          <a:xfrm rot="18195971">
            <a:off x="6146363" y="2413708"/>
            <a:ext cx="2468880" cy="109728"/>
          </a:xfrm>
          <a:prstGeom prst="rect">
            <a:avLst/>
          </a:prstGeom>
          <a:solidFill>
            <a:srgbClr val="4FC3F7"/>
          </a:solidFill>
          <a:ln/>
        </p:spPr>
        <p:txBody>
          <a:bodyPr/>
          <a:lstStyle/>
          <a:p>
            <a:endParaRPr lang="en-IN"/>
          </a:p>
        </p:txBody>
      </p:sp>
      <p:sp>
        <p:nvSpPr>
          <p:cNvPr id="33" name="Shape 9">
            <a:extLst>
              <a:ext uri="{FF2B5EF4-FFF2-40B4-BE49-F238E27FC236}">
                <a16:creationId xmlns:a16="http://schemas.microsoft.com/office/drawing/2014/main" id="{075C146A-525E-EAB1-2438-92AF6E344C2C}"/>
              </a:ext>
            </a:extLst>
          </p:cNvPr>
          <p:cNvSpPr/>
          <p:nvPr/>
        </p:nvSpPr>
        <p:spPr>
          <a:xfrm rot="18195971">
            <a:off x="6482126" y="2528680"/>
            <a:ext cx="2103120" cy="109728"/>
          </a:xfrm>
          <a:prstGeom prst="rect">
            <a:avLst/>
          </a:prstGeom>
          <a:solidFill>
            <a:srgbClr val="4FC3F7"/>
          </a:solidFill>
          <a:ln/>
        </p:spPr>
        <p:txBody>
          <a:bodyPr/>
          <a:lstStyle/>
          <a:p>
            <a:endParaRPr lang="en-IN"/>
          </a:p>
        </p:txBody>
      </p:sp>
      <p:sp>
        <p:nvSpPr>
          <p:cNvPr id="39" name="Shape 9">
            <a:extLst>
              <a:ext uri="{FF2B5EF4-FFF2-40B4-BE49-F238E27FC236}">
                <a16:creationId xmlns:a16="http://schemas.microsoft.com/office/drawing/2014/main" id="{ED47441A-C600-ACAC-5391-EF118874C98C}"/>
              </a:ext>
            </a:extLst>
          </p:cNvPr>
          <p:cNvSpPr/>
          <p:nvPr/>
        </p:nvSpPr>
        <p:spPr>
          <a:xfrm rot="18195971">
            <a:off x="6735713" y="2647223"/>
            <a:ext cx="1872046" cy="116269"/>
          </a:xfrm>
          <a:prstGeom prst="rect">
            <a:avLst/>
          </a:prstGeom>
          <a:solidFill>
            <a:srgbClr val="4FC3F7"/>
          </a:solidFill>
          <a:ln/>
        </p:spPr>
        <p:txBody>
          <a:bodyPr/>
          <a:lstStyle/>
          <a:p>
            <a:endParaRPr lang="en-IN"/>
          </a:p>
        </p:txBody>
      </p:sp>
      <p:pic>
        <p:nvPicPr>
          <p:cNvPr id="46" name="Picture 45">
            <a:extLst>
              <a:ext uri="{FF2B5EF4-FFF2-40B4-BE49-F238E27FC236}">
                <a16:creationId xmlns:a16="http://schemas.microsoft.com/office/drawing/2014/main" id="{21A2EF52-784B-5BFA-EB88-FB9E7588BFF8}"/>
              </a:ext>
            </a:extLst>
          </p:cNvPr>
          <p:cNvPicPr>
            <a:picLocks noChangeAspect="1"/>
          </p:cNvPicPr>
          <p:nvPr/>
        </p:nvPicPr>
        <p:blipFill>
          <a:blip r:embed="rId9"/>
          <a:srcRect b="19729"/>
          <a:stretch>
            <a:fillRect/>
          </a:stretch>
        </p:blipFill>
        <p:spPr>
          <a:xfrm>
            <a:off x="173754" y="1046557"/>
            <a:ext cx="3854253" cy="1849530"/>
          </a:xfrm>
          <a:prstGeom prst="rect">
            <a:avLst/>
          </a:prstGeom>
        </p:spPr>
      </p:pic>
    </p:spTree>
    <p:custDataLst>
      <p:tags r:id="rId1"/>
    </p:custDataLst>
    <p:extLst>
      <p:ext uri="{BB962C8B-B14F-4D97-AF65-F5344CB8AC3E}">
        <p14:creationId xmlns:p14="http://schemas.microsoft.com/office/powerpoint/2010/main" val="1212236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10217"/>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Outline</a:t>
            </a:r>
            <a:endParaRPr lang="en-US" sz="2000" dirty="0">
              <a:latin typeface="Lato" panose="020F0502020204030203" pitchFamily="34" charset="0"/>
              <a:cs typeface="Arial" panose="020B0604020202020204" pitchFamily="34" charset="0"/>
            </a:endParaRPr>
          </a:p>
        </p:txBody>
      </p:sp>
      <p:sp>
        <p:nvSpPr>
          <p:cNvPr id="24" name="TextBox 23">
            <a:extLst>
              <a:ext uri="{FF2B5EF4-FFF2-40B4-BE49-F238E27FC236}">
                <a16:creationId xmlns:a16="http://schemas.microsoft.com/office/drawing/2014/main" id="{90865657-EE51-429D-40B6-B64C80E4AB47}"/>
              </a:ext>
            </a:extLst>
          </p:cNvPr>
          <p:cNvSpPr txBox="1"/>
          <p:nvPr/>
        </p:nvSpPr>
        <p:spPr>
          <a:xfrm>
            <a:off x="125239" y="1080603"/>
            <a:ext cx="4446761" cy="3026470"/>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sz="1800" dirty="0">
                <a:solidFill>
                  <a:schemeClr val="tx1"/>
                </a:solidFill>
                <a:effectLst/>
                <a:latin typeface="Lato" panose="020F0502020204030203" pitchFamily="34" charset="0"/>
                <a:ea typeface="Times New Roman" panose="02020603050405020304" pitchFamily="18" charset="0"/>
                <a:cs typeface="Arial" panose="020B0604020202020204" pitchFamily="34" charset="0"/>
              </a:rPr>
              <a:t>Abstract of the Project</a:t>
            </a:r>
            <a:endParaRPr lang="en-IN" sz="1800" dirty="0">
              <a:solidFill>
                <a:schemeClr val="tx1"/>
              </a:solidFill>
              <a:latin typeface="Lato" panose="020F0502020204030203" pitchFamily="34" charset="0"/>
              <a:ea typeface="Times New Roman" panose="02020603050405020304" pitchFamily="18" charset="0"/>
              <a:cs typeface="Arial" panose="020B0604020202020204" pitchFamily="34" charset="0"/>
            </a:endParaRP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Problem Statement</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Proposed Solution</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System Architecture</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Live Demo of the Project</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Embedded Video of Project</a:t>
            </a:r>
          </a:p>
          <a:p>
            <a:pPr marL="228600" indent="-228600">
              <a:spcAft>
                <a:spcPts val="800"/>
              </a:spcAft>
              <a:buFont typeface="Arial" panose="020B0604020202020204" pitchFamily="34" charset="0"/>
              <a:buChar char="•"/>
              <a:tabLst>
                <a:tab pos="4229100" algn="ctr"/>
              </a:tabLst>
            </a:pPr>
            <a:r>
              <a:rPr lang="en-IN" sz="1800" dirty="0">
                <a:latin typeface="Lato" panose="020F0502020204030203" pitchFamily="34" charset="0"/>
                <a:ea typeface="+mn-lt"/>
                <a:cs typeface="Arial" panose="020B0604020202020204" pitchFamily="34" charset="0"/>
              </a:rPr>
              <a:t>Conclusion</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Future Scope</a:t>
            </a:r>
          </a:p>
        </p:txBody>
      </p:sp>
      <p:pic>
        <p:nvPicPr>
          <p:cNvPr id="25" name="Picture 24" descr="A screen shot of a computer&#10;&#10;AI-generated content may be incorrect.">
            <a:extLst>
              <a:ext uri="{FF2B5EF4-FFF2-40B4-BE49-F238E27FC236}">
                <a16:creationId xmlns:a16="http://schemas.microsoft.com/office/drawing/2014/main" id="{C3A7F110-9D19-8523-45D3-77B1951C8835}"/>
              </a:ext>
            </a:extLst>
          </p:cNvPr>
          <p:cNvPicPr>
            <a:picLocks noChangeAspect="1"/>
          </p:cNvPicPr>
          <p:nvPr/>
        </p:nvPicPr>
        <p:blipFill>
          <a:blip r:embed="rId4">
            <a:duotone>
              <a:schemeClr val="accent1">
                <a:shade val="45000"/>
                <a:satMod val="135000"/>
              </a:schemeClr>
              <a:prstClr val="white"/>
            </a:duotone>
          </a:blip>
          <a:srcRect l="25250" t="7320" r="18976" b="28715"/>
          <a:stretch>
            <a:fillRect/>
          </a:stretch>
        </p:blipFill>
        <p:spPr>
          <a:xfrm>
            <a:off x="5378824" y="1034325"/>
            <a:ext cx="2868706" cy="3290047"/>
          </a:xfrm>
          <a:prstGeom prst="rect">
            <a:avLst/>
          </a:prstGeom>
        </p:spPr>
      </p:pic>
    </p:spTree>
    <p:custDataLst>
      <p:tags r:id="rId1"/>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40079" y="6075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Abstract</a:t>
            </a:r>
            <a:endParaRPr lang="en-US" sz="2000" dirty="0">
              <a:latin typeface="Lato" panose="020F0502020204030203" pitchFamily="34" charset="0"/>
              <a:cs typeface="Arial" panose="020B0604020202020204" pitchFamily="34" charset="0"/>
            </a:endParaRPr>
          </a:p>
        </p:txBody>
      </p:sp>
      <p:sp>
        <p:nvSpPr>
          <p:cNvPr id="7" name="TextBox 6">
            <a:extLst>
              <a:ext uri="{FF2B5EF4-FFF2-40B4-BE49-F238E27FC236}">
                <a16:creationId xmlns:a16="http://schemas.microsoft.com/office/drawing/2014/main" id="{38849028-F25C-7DA0-DE56-0DC142EECABD}"/>
              </a:ext>
            </a:extLst>
          </p:cNvPr>
          <p:cNvSpPr txBox="1"/>
          <p:nvPr/>
        </p:nvSpPr>
        <p:spPr>
          <a:xfrm>
            <a:off x="59414" y="1082802"/>
            <a:ext cx="6106748" cy="3293209"/>
          </a:xfrm>
          <a:prstGeom prst="rect">
            <a:avLst/>
          </a:prstGeom>
          <a:noFill/>
        </p:spPr>
        <p:txBody>
          <a:bodyPr wrap="square">
            <a:spAutoFit/>
          </a:bodyPr>
          <a:lstStyle/>
          <a:p>
            <a:pPr algn="just">
              <a:spcAft>
                <a:spcPts val="800"/>
              </a:spcAft>
              <a:tabLst>
                <a:tab pos="4229100" algn="ctr"/>
              </a:tabLst>
            </a:pPr>
            <a:r>
              <a:rPr lang="en-US" sz="1600" dirty="0">
                <a:latin typeface="Times New Roman" panose="02020603050405020304" pitchFamily="18" charset="0"/>
                <a:cs typeface="Times New Roman" panose="02020603050405020304" pitchFamily="18" charset="0"/>
              </a:rPr>
              <a:t>This project, developed under the AICW Fellowship Program supported by </a:t>
            </a:r>
            <a:r>
              <a:rPr lang="en-US" sz="1600" dirty="0" err="1">
                <a:latin typeface="Times New Roman" panose="02020603050405020304" pitchFamily="18" charset="0"/>
                <a:cs typeface="Times New Roman" panose="02020603050405020304" pitchFamily="18" charset="0"/>
              </a:rPr>
              <a:t>Edunet</a:t>
            </a:r>
            <a:r>
              <a:rPr lang="en-US" sz="1600" dirty="0">
                <a:latin typeface="Times New Roman" panose="02020603050405020304" pitchFamily="18" charset="0"/>
                <a:cs typeface="Times New Roman" panose="02020603050405020304" pitchFamily="18" charset="0"/>
              </a:rPr>
              <a:t> Foundation with Microsoft, LinkedIn, and SAP, focuses on using Artificial Intelligence and data analytics to enhance student feedback analysis. Traditional systems rely mainly on numerical ratings and often miss insights from qualitative comments. The Student Feedback &amp; Teaching Improvement Analyzer uses sentiment analysis and visualization techniques to evaluate teaching quality and course effectiveness across key parameters like communication, interaction, and practical knowledge. The system provides clear insights through dashboards, helping faculty and administrators make data-driven decisions. This project demonstrates how AI can transform feedback into actionable recommendations, supporting continuous improvement in education..</a:t>
            </a:r>
            <a:endParaRPr lang="en-US" sz="1600" dirty="0">
              <a:latin typeface="Times New Roman" panose="02020603050405020304" pitchFamily="18" charset="0"/>
              <a:ea typeface="+mn-lt"/>
              <a:cs typeface="Times New Roman" panose="02020603050405020304" pitchFamily="18" charset="0"/>
            </a:endParaRPr>
          </a:p>
        </p:txBody>
      </p:sp>
      <p:sp>
        <p:nvSpPr>
          <p:cNvPr id="2" name="Freeform 28">
            <a:extLst>
              <a:ext uri="{FF2B5EF4-FFF2-40B4-BE49-F238E27FC236}">
                <a16:creationId xmlns:a16="http://schemas.microsoft.com/office/drawing/2014/main" id="{AA7F05EE-340D-A58A-BAD0-FB0660B2D339}"/>
              </a:ext>
            </a:extLst>
          </p:cNvPr>
          <p:cNvSpPr/>
          <p:nvPr/>
        </p:nvSpPr>
        <p:spPr>
          <a:xfrm>
            <a:off x="6166162" y="1082802"/>
            <a:ext cx="3070450" cy="2997875"/>
          </a:xfrm>
          <a:custGeom>
            <a:avLst/>
            <a:gdLst/>
            <a:ahLst/>
            <a:cxnLst/>
            <a:rect l="l" t="t" r="r" b="b"/>
            <a:pathLst>
              <a:path w="4114800" h="4017541">
                <a:moveTo>
                  <a:pt x="0" y="0"/>
                </a:moveTo>
                <a:lnTo>
                  <a:pt x="4114800" y="0"/>
                </a:lnTo>
                <a:lnTo>
                  <a:pt x="4114800" y="4017541"/>
                </a:lnTo>
                <a:lnTo>
                  <a:pt x="0" y="401754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Tree>
    <p:custDataLst>
      <p:tags r:id="rId1"/>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27B2E24-A610-1C01-FCDD-9B6B67A72E49}"/>
              </a:ext>
            </a:extLst>
          </p:cNvPr>
          <p:cNvPicPr>
            <a:picLocks noChangeAspect="1"/>
          </p:cNvPicPr>
          <p:nvPr/>
        </p:nvPicPr>
        <p:blipFill>
          <a:blip r:embed="rId4"/>
          <a:stretch>
            <a:fillRect/>
          </a:stretch>
        </p:blipFill>
        <p:spPr>
          <a:xfrm>
            <a:off x="7322234" y="3452739"/>
            <a:ext cx="1513156" cy="1513156"/>
          </a:xfrm>
          <a:prstGeom prst="rect">
            <a:avLst/>
          </a:prstGeom>
        </p:spPr>
      </p:pic>
      <p:sp>
        <p:nvSpPr>
          <p:cNvPr id="4" name="Text 2"/>
          <p:cNvSpPr/>
          <p:nvPr/>
        </p:nvSpPr>
        <p:spPr>
          <a:xfrm>
            <a:off x="120623" y="498744"/>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Problem Statement</a:t>
            </a:r>
            <a:endParaRPr lang="en-US" sz="2000" dirty="0">
              <a:latin typeface="Lato" panose="020F0502020204030203" pitchFamily="34" charset="0"/>
              <a:cs typeface="Arial" panose="020B0604020202020204" pitchFamily="34" charset="0"/>
            </a:endParaRPr>
          </a:p>
        </p:txBody>
      </p:sp>
      <p:sp>
        <p:nvSpPr>
          <p:cNvPr id="8" name="TextBox 7">
            <a:extLst>
              <a:ext uri="{FF2B5EF4-FFF2-40B4-BE49-F238E27FC236}">
                <a16:creationId xmlns:a16="http://schemas.microsoft.com/office/drawing/2014/main" id="{F51F569B-6AAE-E152-E30B-585DAB726DF7}"/>
              </a:ext>
            </a:extLst>
          </p:cNvPr>
          <p:cNvSpPr txBox="1"/>
          <p:nvPr/>
        </p:nvSpPr>
        <p:spPr>
          <a:xfrm>
            <a:off x="308610" y="937656"/>
            <a:ext cx="7914126" cy="3782061"/>
          </a:xfrm>
          <a:prstGeom prst="rect">
            <a:avLst/>
          </a:prstGeom>
          <a:noFill/>
        </p:spPr>
        <p:txBody>
          <a:bodyPr wrap="square">
            <a:spAutoFit/>
          </a:bodyPr>
          <a:lstStyle/>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Educational institutions rely on student feedback to evaluate teaching quality</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Feedback data is often large and unstructured</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Difficult to extract meaningful insights</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Lack of proper tools for analysis and visualization</a:t>
            </a:r>
          </a:p>
          <a:p>
            <a:pPr marR="0" lvl="0" algn="l" defTabSz="914400" rtl="0" eaLnBrk="0" fontAlgn="base" latinLnBrk="0" hangingPunct="0">
              <a:lnSpc>
                <a:spcPct val="150000"/>
              </a:lnSpc>
              <a:spcBef>
                <a:spcPct val="0"/>
              </a:spcBef>
              <a:spcAft>
                <a:spcPct val="0"/>
              </a:spcAft>
              <a:buClrTx/>
              <a:buSzTx/>
              <a:tabLst/>
            </a:pPr>
            <a:r>
              <a:rPr kumimoji="0" lang="en-US" altLang="en-US" sz="1800" b="0" i="0" u="sng"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Key Challenges</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Unstructured and qualitative feedback</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Limited analytical capabilities</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No standardized evaluation system</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Lack of interactive dashboards</a:t>
            </a:r>
          </a:p>
        </p:txBody>
      </p:sp>
    </p:spTree>
    <p:custDataLst>
      <p:tags r:id="rId1"/>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1F49F94-4102-44CC-056B-FA1BB4DA8DA6}"/>
              </a:ext>
            </a:extLst>
          </p:cNvPr>
          <p:cNvPicPr>
            <a:picLocks noChangeAspect="1"/>
          </p:cNvPicPr>
          <p:nvPr/>
        </p:nvPicPr>
        <p:blipFill>
          <a:blip r:embed="rId4"/>
          <a:stretch>
            <a:fillRect/>
          </a:stretch>
        </p:blipFill>
        <p:spPr>
          <a:xfrm>
            <a:off x="7076050" y="3521988"/>
            <a:ext cx="1814732" cy="1555485"/>
          </a:xfrm>
          <a:prstGeom prst="rect">
            <a:avLst/>
          </a:prstGeom>
        </p:spPr>
      </p:pic>
      <p:sp>
        <p:nvSpPr>
          <p:cNvPr id="4" name="Text 2"/>
          <p:cNvSpPr/>
          <p:nvPr/>
        </p:nvSpPr>
        <p:spPr>
          <a:xfrm>
            <a:off x="125486" y="61693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Proposed Solution</a:t>
            </a:r>
            <a:endParaRPr lang="en-US" sz="2000" dirty="0">
              <a:latin typeface="Lato" panose="020F0502020204030203" pitchFamily="34" charset="0"/>
              <a:cs typeface="Arial" panose="020B0604020202020204" pitchFamily="34" charset="0"/>
            </a:endParaRPr>
          </a:p>
        </p:txBody>
      </p:sp>
      <p:sp>
        <p:nvSpPr>
          <p:cNvPr id="16" name="Text 14"/>
          <p:cNvSpPr/>
          <p:nvPr/>
        </p:nvSpPr>
        <p:spPr>
          <a:xfrm>
            <a:off x="4846320" y="1280160"/>
            <a:ext cx="3931920" cy="1828800"/>
          </a:xfrm>
          <a:prstGeom prst="rect">
            <a:avLst/>
          </a:prstGeom>
          <a:noFill/>
          <a:ln/>
        </p:spPr>
        <p:txBody>
          <a:bodyPr wrap="square" rtlCol="0" anchor="ctr"/>
          <a:lstStyle/>
          <a:p>
            <a:pPr marL="0" indent="0" algn="ctr">
              <a:buNone/>
            </a:pPr>
            <a:endParaRPr lang="en-US" sz="8000" dirty="0"/>
          </a:p>
        </p:txBody>
      </p:sp>
      <p:sp>
        <p:nvSpPr>
          <p:cNvPr id="5" name="Text 12"/>
          <p:cNvSpPr/>
          <p:nvPr/>
        </p:nvSpPr>
        <p:spPr>
          <a:xfrm>
            <a:off x="125486" y="1046013"/>
            <a:ext cx="8652754" cy="3474720"/>
          </a:xfrm>
          <a:prstGeom prst="rect">
            <a:avLst/>
          </a:prstGeom>
          <a:noFill/>
          <a:ln/>
        </p:spPr>
        <p:txBody>
          <a:bodyPr wrap="square" rtlCol="0" anchor="t"/>
          <a:lstStyle/>
          <a:p>
            <a:endParaRPr lang="en-US" dirty="0">
              <a:latin typeface="Lato" panose="020F0502020204030203" pitchFamily="34" charset="0"/>
              <a:cs typeface="Arial" panose="020B0604020202020204" pitchFamily="34" charset="0"/>
            </a:endParaRPr>
          </a:p>
        </p:txBody>
      </p:sp>
      <p:sp>
        <p:nvSpPr>
          <p:cNvPr id="2" name="Rectangle 1">
            <a:extLst>
              <a:ext uri="{FF2B5EF4-FFF2-40B4-BE49-F238E27FC236}">
                <a16:creationId xmlns:a16="http://schemas.microsoft.com/office/drawing/2014/main" id="{E937E88D-DC25-DAC3-3E59-D73F58A376D3}"/>
              </a:ext>
            </a:extLst>
          </p:cNvPr>
          <p:cNvSpPr>
            <a:spLocks noChangeArrowheads="1"/>
          </p:cNvSpPr>
          <p:nvPr/>
        </p:nvSpPr>
        <p:spPr bwMode="auto">
          <a:xfrm>
            <a:off x="125486" y="2578784"/>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Develop an AI-based system to analyze student feedback for teaching improvement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Collect both </a:t>
            </a:r>
            <a:r>
              <a:rPr kumimoji="0" lang="en-US" altLang="en-US" sz="1800" b="1" i="0" u="none" strike="noStrike" cap="none" normalizeH="0" baseline="0" dirty="0">
                <a:ln>
                  <a:noFill/>
                </a:ln>
                <a:solidFill>
                  <a:schemeClr val="tx1"/>
                </a:solidFill>
                <a:effectLst/>
                <a:latin typeface="Arial" panose="020B0604020202020204" pitchFamily="34" charset="0"/>
              </a:rPr>
              <a:t>quantitative data</a:t>
            </a:r>
            <a:r>
              <a:rPr kumimoji="0" lang="en-US" altLang="en-US" sz="1800" b="0" i="0" u="none" strike="noStrike" cap="none" normalizeH="0" baseline="0" dirty="0">
                <a:ln>
                  <a:noFill/>
                </a:ln>
                <a:solidFill>
                  <a:schemeClr val="tx1"/>
                </a:solidFill>
                <a:effectLst/>
                <a:latin typeface="Arial" panose="020B0604020202020204" pitchFamily="34" charset="0"/>
              </a:rPr>
              <a:t> (ratings) and </a:t>
            </a:r>
            <a:r>
              <a:rPr kumimoji="0" lang="en-US" altLang="en-US" sz="1800" b="1" i="0" u="none" strike="noStrike" cap="none" normalizeH="0" baseline="0" dirty="0">
                <a:ln>
                  <a:noFill/>
                </a:ln>
                <a:solidFill>
                  <a:schemeClr val="tx1"/>
                </a:solidFill>
                <a:effectLst/>
                <a:latin typeface="Arial" panose="020B0604020202020204" pitchFamily="34" charset="0"/>
              </a:rPr>
              <a:t>qualitative data</a:t>
            </a:r>
            <a:r>
              <a:rPr kumimoji="0" lang="en-US" altLang="en-US" sz="1800" b="0" i="0" u="none" strike="noStrike" cap="none" normalizeH="0" baseline="0" dirty="0">
                <a:ln>
                  <a:noFill/>
                </a:ln>
                <a:solidFill>
                  <a:schemeClr val="tx1"/>
                </a:solidFill>
                <a:effectLst/>
                <a:latin typeface="Arial" panose="020B0604020202020204" pitchFamily="34" charset="0"/>
              </a:rPr>
              <a:t> (comments)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Use </a:t>
            </a:r>
            <a:r>
              <a:rPr kumimoji="0" lang="en-US" altLang="en-US" sz="1800" b="1" i="0" u="none" strike="noStrike" cap="none" normalizeH="0" baseline="0" dirty="0">
                <a:ln>
                  <a:noFill/>
                </a:ln>
                <a:solidFill>
                  <a:schemeClr val="tx1"/>
                </a:solidFill>
                <a:effectLst/>
                <a:latin typeface="Arial" panose="020B0604020202020204" pitchFamily="34" charset="0"/>
              </a:rPr>
              <a:t>sentiment analysis</a:t>
            </a:r>
            <a:r>
              <a:rPr kumimoji="0" lang="en-US" altLang="en-US" sz="1800" b="0" i="0" u="none" strike="noStrike" cap="none" normalizeH="0" baseline="0" dirty="0">
                <a:ln>
                  <a:noFill/>
                </a:ln>
                <a:solidFill>
                  <a:schemeClr val="tx1"/>
                </a:solidFill>
                <a:effectLst/>
                <a:latin typeface="Arial" panose="020B0604020202020204" pitchFamily="34" charset="0"/>
              </a:rPr>
              <a:t> to understand student opinions and emotions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Apply </a:t>
            </a:r>
            <a:r>
              <a:rPr kumimoji="0" lang="en-US" altLang="en-US" sz="1800" b="1" i="0" u="none" strike="noStrike" cap="none" normalizeH="0" baseline="0" dirty="0">
                <a:ln>
                  <a:noFill/>
                </a:ln>
                <a:solidFill>
                  <a:schemeClr val="tx1"/>
                </a:solidFill>
                <a:effectLst/>
                <a:latin typeface="Arial" panose="020B0604020202020204" pitchFamily="34" charset="0"/>
              </a:rPr>
              <a:t>data analytics and statistical modeling</a:t>
            </a:r>
            <a:r>
              <a:rPr kumimoji="0" lang="en-US" altLang="en-US" sz="1800" b="0" i="0" u="none" strike="noStrike" cap="none" normalizeH="0" baseline="0" dirty="0">
                <a:ln>
                  <a:noFill/>
                </a:ln>
                <a:solidFill>
                  <a:schemeClr val="tx1"/>
                </a:solidFill>
                <a:effectLst/>
                <a:latin typeface="Arial" panose="020B0604020202020204" pitchFamily="34" charset="0"/>
              </a:rPr>
              <a:t> to evaluate teaching effectiveness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Transform unstructured feedback into </a:t>
            </a:r>
            <a:r>
              <a:rPr kumimoji="0" lang="en-US" altLang="en-US" sz="1800" b="1" i="0" u="none" strike="noStrike" cap="none" normalizeH="0" baseline="0" dirty="0">
                <a:ln>
                  <a:noFill/>
                </a:ln>
                <a:solidFill>
                  <a:schemeClr val="tx1"/>
                </a:solidFill>
                <a:effectLst/>
                <a:latin typeface="Arial" panose="020B0604020202020204" pitchFamily="34" charset="0"/>
              </a:rPr>
              <a:t>clear, actionable insights</a:t>
            </a:r>
            <a:r>
              <a:rPr kumimoji="0" lang="en-US" altLang="en-US" sz="1800" b="0" i="0" u="none" strike="noStrike" cap="none" normalizeH="0" baseline="0" dirty="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Identify </a:t>
            </a:r>
            <a:r>
              <a:rPr kumimoji="0" lang="en-US" altLang="en-US" sz="1800" b="1" i="0" u="none" strike="noStrike" cap="none" normalizeH="0" baseline="0" dirty="0">
                <a:ln>
                  <a:noFill/>
                </a:ln>
                <a:solidFill>
                  <a:schemeClr val="tx1"/>
                </a:solidFill>
                <a:effectLst/>
                <a:latin typeface="Arial" panose="020B0604020202020204" pitchFamily="34" charset="0"/>
              </a:rPr>
              <a:t>strengths and weaknesses</a:t>
            </a:r>
            <a:r>
              <a:rPr kumimoji="0" lang="en-US" altLang="en-US" sz="1800" b="0" i="0" u="none" strike="noStrike" cap="none" normalizeH="0" baseline="0" dirty="0">
                <a:ln>
                  <a:noFill/>
                </a:ln>
                <a:solidFill>
                  <a:schemeClr val="tx1"/>
                </a:solidFill>
                <a:effectLst/>
                <a:latin typeface="Arial" panose="020B0604020202020204" pitchFamily="34" charset="0"/>
              </a:rPr>
              <a:t> in teaching methods and course delivery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Detect </a:t>
            </a:r>
            <a:r>
              <a:rPr kumimoji="0" lang="en-US" altLang="en-US" sz="1800" b="1" i="0" u="none" strike="noStrike" cap="none" normalizeH="0" baseline="0" dirty="0">
                <a:ln>
                  <a:noFill/>
                </a:ln>
                <a:solidFill>
                  <a:schemeClr val="tx1"/>
                </a:solidFill>
                <a:effectLst/>
                <a:latin typeface="Arial" panose="020B0604020202020204" pitchFamily="34" charset="0"/>
              </a:rPr>
              <a:t>patterns and trends over time</a:t>
            </a:r>
            <a:r>
              <a:rPr kumimoji="0" lang="en-US" altLang="en-US" sz="1800" b="0" i="0" u="none" strike="noStrike" cap="none" normalizeH="0" baseline="0" dirty="0">
                <a:ln>
                  <a:noFill/>
                </a:ln>
                <a:solidFill>
                  <a:schemeClr val="tx1"/>
                </a:solidFill>
                <a:effectLst/>
                <a:latin typeface="Arial" panose="020B0604020202020204" pitchFamily="34" charset="0"/>
              </a:rPr>
              <a:t> for continuous performance monitoring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Provide a </a:t>
            </a:r>
            <a:r>
              <a:rPr kumimoji="0" lang="en-US" altLang="en-US" sz="1800" b="1" i="0" u="none" strike="noStrike" cap="none" normalizeH="0" baseline="0" dirty="0">
                <a:ln>
                  <a:noFill/>
                </a:ln>
                <a:solidFill>
                  <a:schemeClr val="tx1"/>
                </a:solidFill>
                <a:effectLst/>
                <a:latin typeface="Arial" panose="020B0604020202020204" pitchFamily="34" charset="0"/>
              </a:rPr>
              <a:t>decision support system</a:t>
            </a:r>
            <a:r>
              <a:rPr kumimoji="0" lang="en-US" altLang="en-US" sz="1800" b="0" i="0" u="none" strike="noStrike" cap="none" normalizeH="0" baseline="0" dirty="0">
                <a:ln>
                  <a:noFill/>
                </a:ln>
                <a:solidFill>
                  <a:schemeClr val="tx1"/>
                </a:solidFill>
                <a:effectLst/>
                <a:latin typeface="Arial" panose="020B0604020202020204" pitchFamily="34" charset="0"/>
              </a:rPr>
              <a:t> for faculty and administrators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Integrate </a:t>
            </a:r>
            <a:r>
              <a:rPr kumimoji="0" lang="en-US" altLang="en-US" sz="1800" b="1" i="0" u="none" strike="noStrike" cap="none" normalizeH="0" baseline="0" dirty="0">
                <a:ln>
                  <a:noFill/>
                </a:ln>
                <a:solidFill>
                  <a:schemeClr val="tx1"/>
                </a:solidFill>
                <a:effectLst/>
                <a:latin typeface="Arial" panose="020B0604020202020204" pitchFamily="34" charset="0"/>
              </a:rPr>
              <a:t>interactive visualizations</a:t>
            </a:r>
            <a:r>
              <a:rPr kumimoji="0" lang="en-US" altLang="en-US" sz="1800" b="0" i="0" u="none" strike="noStrike" cap="none" normalizeH="0" baseline="0" dirty="0">
                <a:ln>
                  <a:noFill/>
                </a:ln>
                <a:solidFill>
                  <a:schemeClr val="tx1"/>
                </a:solidFill>
                <a:effectLst/>
                <a:latin typeface="Arial" panose="020B0604020202020204" pitchFamily="34" charset="0"/>
              </a:rPr>
              <a:t> (charts, dashboards) for easy interpretation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Enable </a:t>
            </a:r>
            <a:r>
              <a:rPr kumimoji="0" lang="en-US" altLang="en-US" sz="1800" b="1" i="0" u="none" strike="noStrike" cap="none" normalizeH="0" baseline="0" dirty="0">
                <a:ln>
                  <a:noFill/>
                </a:ln>
                <a:solidFill>
                  <a:schemeClr val="tx1"/>
                </a:solidFill>
                <a:effectLst/>
                <a:latin typeface="Arial" panose="020B0604020202020204" pitchFamily="34" charset="0"/>
              </a:rPr>
              <a:t>data-driven decision-making</a:t>
            </a:r>
            <a:r>
              <a:rPr kumimoji="0" lang="en-US" altLang="en-US" sz="1800" b="0" i="0" u="none" strike="noStrike" cap="none" normalizeH="0" baseline="0" dirty="0">
                <a:ln>
                  <a:noFill/>
                </a:ln>
                <a:solidFill>
                  <a:schemeClr val="tx1"/>
                </a:solidFill>
                <a:effectLst/>
                <a:latin typeface="Arial" panose="020B0604020202020204" pitchFamily="34" charset="0"/>
              </a:rPr>
              <a:t> in educational institutions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Support </a:t>
            </a:r>
            <a:r>
              <a:rPr kumimoji="0" lang="en-US" altLang="en-US" sz="1800" b="1" i="0" u="none" strike="noStrike" cap="none" normalizeH="0" baseline="0" dirty="0">
                <a:ln>
                  <a:noFill/>
                </a:ln>
                <a:solidFill>
                  <a:schemeClr val="tx1"/>
                </a:solidFill>
                <a:effectLst/>
                <a:latin typeface="Arial" panose="020B0604020202020204" pitchFamily="34" charset="0"/>
              </a:rPr>
              <a:t>continuous improvement</a:t>
            </a:r>
            <a:r>
              <a:rPr kumimoji="0" lang="en-US" altLang="en-US" sz="1800" b="0" i="0" u="none" strike="noStrike" cap="none" normalizeH="0" baseline="0" dirty="0">
                <a:ln>
                  <a:noFill/>
                </a:ln>
                <a:solidFill>
                  <a:schemeClr val="tx1"/>
                </a:solidFill>
                <a:effectLst/>
                <a:latin typeface="Arial" panose="020B0604020202020204" pitchFamily="34" charset="0"/>
              </a:rPr>
              <a:t> in teaching strategies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Enhance </a:t>
            </a:r>
            <a:r>
              <a:rPr kumimoji="0" lang="en-US" altLang="en-US" sz="1800" b="1" i="0" u="none" strike="noStrike" cap="none" normalizeH="0" baseline="0" dirty="0">
                <a:ln>
                  <a:noFill/>
                </a:ln>
                <a:solidFill>
                  <a:schemeClr val="tx1"/>
                </a:solidFill>
                <a:effectLst/>
                <a:latin typeface="Arial" panose="020B0604020202020204" pitchFamily="34" charset="0"/>
              </a:rPr>
              <a:t>student learning outcomes and overall academic quality</a:t>
            </a:r>
            <a:r>
              <a:rPr kumimoji="0" lang="en-US" altLang="en-US" sz="1800" b="0" i="0" u="none" strike="noStrike" cap="none" normalizeH="0" baseline="0" dirty="0">
                <a:ln>
                  <a:noFill/>
                </a:ln>
                <a:solidFill>
                  <a:schemeClr val="tx1"/>
                </a:solidFill>
                <a:effectLst/>
                <a:latin typeface="Arial" panose="020B0604020202020204" pitchFamily="34" charset="0"/>
              </a:rPr>
              <a:t> </a:t>
            </a:r>
          </a:p>
        </p:txBody>
      </p:sp>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029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System Architecture</a:t>
            </a:r>
            <a:endParaRPr lang="en-US" sz="2000" dirty="0">
              <a:latin typeface="Lato" panose="020F0502020204030203" pitchFamily="34" charset="0"/>
              <a:cs typeface="Arial" panose="020B0604020202020204" pitchFamily="34" charset="0"/>
            </a:endParaRPr>
          </a:p>
        </p:txBody>
      </p:sp>
      <p:sp>
        <p:nvSpPr>
          <p:cNvPr id="6" name="Shape 4"/>
          <p:cNvSpPr/>
          <p:nvPr/>
        </p:nvSpPr>
        <p:spPr>
          <a:xfrm>
            <a:off x="235408" y="1243200"/>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7" name="Shape 5"/>
          <p:cNvSpPr/>
          <p:nvPr/>
        </p:nvSpPr>
        <p:spPr>
          <a:xfrm>
            <a:off x="4167328" y="1243200"/>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8" name="Text 6"/>
          <p:cNvSpPr/>
          <p:nvPr/>
        </p:nvSpPr>
        <p:spPr>
          <a:xfrm>
            <a:off x="326848" y="1279776"/>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Data Input / Source</a:t>
            </a:r>
            <a:endParaRPr lang="en-US" sz="1600" dirty="0">
              <a:latin typeface="Lato" panose="020F0502020204030203" pitchFamily="34" charset="0"/>
              <a:cs typeface="Arial" panose="020B0604020202020204" pitchFamily="34" charset="0"/>
            </a:endParaRPr>
          </a:p>
        </p:txBody>
      </p:sp>
      <p:sp>
        <p:nvSpPr>
          <p:cNvPr id="9" name="Text 7"/>
          <p:cNvSpPr/>
          <p:nvPr/>
        </p:nvSpPr>
        <p:spPr>
          <a:xfrm>
            <a:off x="326848" y="1700400"/>
            <a:ext cx="4023360" cy="1188720"/>
          </a:xfrm>
          <a:prstGeom prst="rect">
            <a:avLst/>
          </a:prstGeom>
          <a:noFill/>
          <a:ln/>
        </p:spPr>
        <p:txBody>
          <a:bodyPr wrap="square" rtlCol="0" anchor="t"/>
          <a:lstStyle/>
          <a:p>
            <a:pPr marL="0" indent="0">
              <a:buNone/>
            </a:pPr>
            <a:endParaRPr lang="en-US" sz="1600" dirty="0">
              <a:latin typeface="Lato" panose="020F0502020204030203" pitchFamily="34" charset="0"/>
              <a:cs typeface="Arial" panose="020B0604020202020204" pitchFamily="34" charset="0"/>
            </a:endParaRPr>
          </a:p>
        </p:txBody>
      </p:sp>
      <p:pic>
        <p:nvPicPr>
          <p:cNvPr id="2050" name="Picture 2">
            <a:extLst>
              <a:ext uri="{FF2B5EF4-FFF2-40B4-BE49-F238E27FC236}">
                <a16:creationId xmlns:a16="http://schemas.microsoft.com/office/drawing/2014/main" id="{701EA943-F61C-731D-EA90-A14E5397000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3046" y="1697762"/>
            <a:ext cx="5887328" cy="3300280"/>
          </a:xfrm>
          <a:prstGeom prst="rect">
            <a:avLst/>
          </a:prstGeom>
          <a:noFill/>
          <a:extLst>
            <a:ext uri="{909E8E84-426E-40DD-AFC4-6F175D3DCCD1}">
              <a14:hiddenFill xmlns:a14="http://schemas.microsoft.com/office/drawing/2010/main">
                <a:solidFill>
                  <a:srgbClr val="FFFFFF"/>
                </a:solidFill>
              </a14:hiddenFill>
            </a:ext>
          </a:extLst>
        </p:spPr>
      </p:pic>
    </p:spTree>
    <p:custDataLst>
      <p:tags r:id="rId1"/>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E560E-F74B-0152-1316-8D14EFB726A8}"/>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C5C1618C-49D2-0B21-79E0-0ED375D9A66F}"/>
              </a:ext>
            </a:extLst>
          </p:cNvPr>
          <p:cNvSpPr/>
          <p:nvPr/>
        </p:nvSpPr>
        <p:spPr>
          <a:xfrm>
            <a:off x="130350" y="6029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System Architecture</a:t>
            </a:r>
            <a:endParaRPr lang="en-US" sz="2000" dirty="0">
              <a:latin typeface="Lato" panose="020F0502020204030203" pitchFamily="34" charset="0"/>
              <a:cs typeface="Arial" panose="020B0604020202020204" pitchFamily="34" charset="0"/>
            </a:endParaRPr>
          </a:p>
        </p:txBody>
      </p:sp>
      <p:sp>
        <p:nvSpPr>
          <p:cNvPr id="10" name="Shape 8">
            <a:extLst>
              <a:ext uri="{FF2B5EF4-FFF2-40B4-BE49-F238E27FC236}">
                <a16:creationId xmlns:a16="http://schemas.microsoft.com/office/drawing/2014/main" id="{0E1C5337-B79E-C4CC-E321-6F036FC08E1C}"/>
              </a:ext>
            </a:extLst>
          </p:cNvPr>
          <p:cNvSpPr/>
          <p:nvPr/>
        </p:nvSpPr>
        <p:spPr>
          <a:xfrm>
            <a:off x="210789" y="1041832"/>
            <a:ext cx="4114800" cy="384048"/>
          </a:xfrm>
          <a:prstGeom prst="rect">
            <a:avLst/>
          </a:prstGeom>
          <a:solidFill>
            <a:schemeClr val="accent1">
              <a:lumMod val="20000"/>
              <a:lumOff val="80000"/>
            </a:schemeClr>
          </a:solidFill>
          <a:ln/>
        </p:spPr>
        <p:txBody>
          <a:bodyPr/>
          <a:lstStyle/>
          <a:p>
            <a:endParaRPr lang="en-IN" sz="1600">
              <a:latin typeface="Lato" panose="020F0502020204030203" pitchFamily="34" charset="0"/>
              <a:cs typeface="Arial" panose="020B0604020202020204" pitchFamily="34" charset="0"/>
            </a:endParaRPr>
          </a:p>
        </p:txBody>
      </p:sp>
      <p:sp>
        <p:nvSpPr>
          <p:cNvPr id="11" name="Shape 9">
            <a:extLst>
              <a:ext uri="{FF2B5EF4-FFF2-40B4-BE49-F238E27FC236}">
                <a16:creationId xmlns:a16="http://schemas.microsoft.com/office/drawing/2014/main" id="{DB89B166-9234-E146-2221-667E10EA4B5E}"/>
              </a:ext>
            </a:extLst>
          </p:cNvPr>
          <p:cNvSpPr/>
          <p:nvPr/>
        </p:nvSpPr>
        <p:spPr>
          <a:xfrm>
            <a:off x="4332397" y="1041832"/>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2" name="Text 10">
            <a:extLst>
              <a:ext uri="{FF2B5EF4-FFF2-40B4-BE49-F238E27FC236}">
                <a16:creationId xmlns:a16="http://schemas.microsoft.com/office/drawing/2014/main" id="{23A318A8-91E2-6CBB-83BE-9A3CB6C91F32}"/>
              </a:ext>
            </a:extLst>
          </p:cNvPr>
          <p:cNvSpPr/>
          <p:nvPr/>
        </p:nvSpPr>
        <p:spPr>
          <a:xfrm>
            <a:off x="210789" y="1041832"/>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Processing / Analysis</a:t>
            </a:r>
            <a:endParaRPr lang="en-US" sz="1600" dirty="0">
              <a:latin typeface="Lato" panose="020F0502020204030203" pitchFamily="34" charset="0"/>
              <a:cs typeface="Arial" panose="020B0604020202020204" pitchFamily="34" charset="0"/>
            </a:endParaRPr>
          </a:p>
        </p:txBody>
      </p:sp>
      <p:pic>
        <p:nvPicPr>
          <p:cNvPr id="2050" name="Picture 2" descr="Bot Verification">
            <a:extLst>
              <a:ext uri="{FF2B5EF4-FFF2-40B4-BE49-F238E27FC236}">
                <a16:creationId xmlns:a16="http://schemas.microsoft.com/office/drawing/2014/main" id="{18A61EDB-9E0C-1B67-1EFA-87358CB5529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0788" y="1425881"/>
            <a:ext cx="5397531" cy="3466160"/>
          </a:xfrm>
          <a:prstGeom prst="rect">
            <a:avLst/>
          </a:prstGeom>
          <a:noFill/>
          <a:extLst>
            <a:ext uri="{909E8E84-426E-40DD-AFC4-6F175D3DCCD1}">
              <a14:hiddenFill xmlns:a14="http://schemas.microsoft.com/office/drawing/2010/main">
                <a:solidFill>
                  <a:srgbClr val="FFFFFF"/>
                </a:solidFill>
              </a14:hiddenFill>
            </a:ext>
          </a:extLst>
        </p:spPr>
      </p:pic>
    </p:spTree>
    <p:custDataLst>
      <p:tags r:id="rId1"/>
    </p:custDataLst>
    <p:extLst>
      <p:ext uri="{BB962C8B-B14F-4D97-AF65-F5344CB8AC3E}">
        <p14:creationId xmlns:p14="http://schemas.microsoft.com/office/powerpoint/2010/main" val="9149154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6D8E5-014D-C9C3-471A-CD6D495C756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20C9476E-D490-54C2-6946-B5ADEC82EB77}"/>
              </a:ext>
            </a:extLst>
          </p:cNvPr>
          <p:cNvSpPr/>
          <p:nvPr/>
        </p:nvSpPr>
        <p:spPr>
          <a:xfrm>
            <a:off x="130350" y="6029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System Architecture</a:t>
            </a:r>
            <a:endParaRPr lang="en-US" sz="2000" dirty="0">
              <a:latin typeface="Lato" panose="020F0502020204030203" pitchFamily="34" charset="0"/>
              <a:cs typeface="Arial" panose="020B0604020202020204" pitchFamily="34" charset="0"/>
            </a:endParaRPr>
          </a:p>
        </p:txBody>
      </p:sp>
      <p:sp>
        <p:nvSpPr>
          <p:cNvPr id="14" name="Shape 12">
            <a:extLst>
              <a:ext uri="{FF2B5EF4-FFF2-40B4-BE49-F238E27FC236}">
                <a16:creationId xmlns:a16="http://schemas.microsoft.com/office/drawing/2014/main" id="{C805FC63-5647-023F-3532-B5110924B542}"/>
              </a:ext>
            </a:extLst>
          </p:cNvPr>
          <p:cNvSpPr/>
          <p:nvPr/>
        </p:nvSpPr>
        <p:spPr>
          <a:xfrm>
            <a:off x="130350" y="1058879"/>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6" name="Text 14">
            <a:extLst>
              <a:ext uri="{FF2B5EF4-FFF2-40B4-BE49-F238E27FC236}">
                <a16:creationId xmlns:a16="http://schemas.microsoft.com/office/drawing/2014/main" id="{4E805E80-51B4-F6E3-B239-4E2B0EA5FE21}"/>
              </a:ext>
            </a:extLst>
          </p:cNvPr>
          <p:cNvSpPr/>
          <p:nvPr/>
        </p:nvSpPr>
        <p:spPr>
          <a:xfrm>
            <a:off x="130350" y="1058879"/>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AI / Tool Integration</a:t>
            </a:r>
            <a:endParaRPr lang="en-US" sz="1600" dirty="0">
              <a:latin typeface="Lato" panose="020F0502020204030203" pitchFamily="34" charset="0"/>
              <a:cs typeface="Arial" panose="020B0604020202020204" pitchFamily="34" charset="0"/>
            </a:endParaRPr>
          </a:p>
        </p:txBody>
      </p:sp>
      <p:sp>
        <p:nvSpPr>
          <p:cNvPr id="19" name="Shape 17">
            <a:extLst>
              <a:ext uri="{FF2B5EF4-FFF2-40B4-BE49-F238E27FC236}">
                <a16:creationId xmlns:a16="http://schemas.microsoft.com/office/drawing/2014/main" id="{F19F4289-2016-D85E-46D7-27DCC1599617}"/>
              </a:ext>
            </a:extLst>
          </p:cNvPr>
          <p:cNvSpPr/>
          <p:nvPr/>
        </p:nvSpPr>
        <p:spPr>
          <a:xfrm>
            <a:off x="4245150" y="1041832"/>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24" name="TextBox 23">
            <a:extLst>
              <a:ext uri="{FF2B5EF4-FFF2-40B4-BE49-F238E27FC236}">
                <a16:creationId xmlns:a16="http://schemas.microsoft.com/office/drawing/2014/main" id="{45C804BC-E1E0-2A78-43E3-598EDCB5B877}"/>
              </a:ext>
            </a:extLst>
          </p:cNvPr>
          <p:cNvSpPr txBox="1"/>
          <p:nvPr/>
        </p:nvSpPr>
        <p:spPr>
          <a:xfrm>
            <a:off x="420180" y="1681089"/>
            <a:ext cx="7464761" cy="1754326"/>
          </a:xfrm>
          <a:prstGeom prst="rect">
            <a:avLst/>
          </a:prstGeom>
          <a:noFill/>
        </p:spPr>
        <p:txBody>
          <a:bodyPr wrap="square" rtlCol="0">
            <a:spAutoFit/>
          </a:bodyPr>
          <a:lstStyle/>
          <a:p>
            <a:pPr marL="285750" indent="-285750">
              <a:buFont typeface="Wingdings" panose="05000000000000000000" pitchFamily="2" charset="2"/>
              <a:buChar char="Ø"/>
            </a:pPr>
            <a:r>
              <a:rPr lang="en-US" b="1" dirty="0"/>
              <a:t>Excel</a:t>
            </a:r>
            <a:r>
              <a:rPr lang="en-US" dirty="0"/>
              <a:t> is used for data storage, cleaning, and preprocessing </a:t>
            </a:r>
          </a:p>
          <a:p>
            <a:pPr marL="285750" indent="-285750">
              <a:buFont typeface="Wingdings" panose="05000000000000000000" pitchFamily="2" charset="2"/>
              <a:buChar char="Ø"/>
            </a:pPr>
            <a:r>
              <a:rPr lang="en-US" b="1" dirty="0"/>
              <a:t>Power BI</a:t>
            </a:r>
            <a:r>
              <a:rPr lang="en-US" dirty="0"/>
              <a:t> is used to create interactive dashboards and visualizations </a:t>
            </a:r>
          </a:p>
          <a:p>
            <a:pPr marL="285750" indent="-285750">
              <a:buFont typeface="Wingdings" panose="05000000000000000000" pitchFamily="2" charset="2"/>
              <a:buChar char="Ø"/>
            </a:pPr>
            <a:r>
              <a:rPr lang="en-US" b="1" dirty="0"/>
              <a:t>AI tools / Copilot</a:t>
            </a:r>
            <a:r>
              <a:rPr lang="en-US" dirty="0"/>
              <a:t> are used for generating insights and summarizing feedback </a:t>
            </a:r>
          </a:p>
          <a:p>
            <a:pPr marL="285750" indent="-285750">
              <a:buFont typeface="Wingdings" panose="05000000000000000000" pitchFamily="2" charset="2"/>
              <a:buChar char="Ø"/>
            </a:pPr>
            <a:r>
              <a:rPr lang="en-US" dirty="0"/>
              <a:t>Integration of tools enables </a:t>
            </a:r>
            <a:r>
              <a:rPr lang="en-US" b="1" dirty="0"/>
              <a:t>automated analysis and real-time insights</a:t>
            </a:r>
            <a:r>
              <a:rPr lang="en-US" dirty="0"/>
              <a:t> </a:t>
            </a:r>
          </a:p>
          <a:p>
            <a:endParaRPr lang="en-IN" dirty="0"/>
          </a:p>
        </p:txBody>
      </p:sp>
    </p:spTree>
    <p:custDataLst>
      <p:tags r:id="rId1"/>
    </p:custDataLst>
    <p:extLst>
      <p:ext uri="{BB962C8B-B14F-4D97-AF65-F5344CB8AC3E}">
        <p14:creationId xmlns:p14="http://schemas.microsoft.com/office/powerpoint/2010/main" val="8045381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3674E-4D53-C064-EFBB-EA3B4A8A3505}"/>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C82283BF-767D-6B72-6105-077DF8B7CC9E}"/>
              </a:ext>
            </a:extLst>
          </p:cNvPr>
          <p:cNvSpPr/>
          <p:nvPr/>
        </p:nvSpPr>
        <p:spPr>
          <a:xfrm>
            <a:off x="130350" y="45330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System Architecture</a:t>
            </a:r>
            <a:endParaRPr lang="en-US" sz="2000" dirty="0">
              <a:latin typeface="Lato" panose="020F0502020204030203" pitchFamily="34" charset="0"/>
              <a:cs typeface="Arial" panose="020B0604020202020204" pitchFamily="34" charset="0"/>
            </a:endParaRPr>
          </a:p>
        </p:txBody>
      </p:sp>
      <p:sp>
        <p:nvSpPr>
          <p:cNvPr id="14" name="Shape 12">
            <a:extLst>
              <a:ext uri="{FF2B5EF4-FFF2-40B4-BE49-F238E27FC236}">
                <a16:creationId xmlns:a16="http://schemas.microsoft.com/office/drawing/2014/main" id="{F987E3E6-3838-ECA6-9B3D-03D493DAC259}"/>
              </a:ext>
            </a:extLst>
          </p:cNvPr>
          <p:cNvSpPr/>
          <p:nvPr/>
        </p:nvSpPr>
        <p:spPr>
          <a:xfrm>
            <a:off x="84630" y="833612"/>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5" name="Shape 13">
            <a:extLst>
              <a:ext uri="{FF2B5EF4-FFF2-40B4-BE49-F238E27FC236}">
                <a16:creationId xmlns:a16="http://schemas.microsoft.com/office/drawing/2014/main" id="{6C2A02FD-373B-40E6-98F0-7DB44D57FA77}"/>
              </a:ext>
            </a:extLst>
          </p:cNvPr>
          <p:cNvSpPr/>
          <p:nvPr/>
        </p:nvSpPr>
        <p:spPr>
          <a:xfrm>
            <a:off x="4237530" y="827808"/>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6" name="Text 14">
            <a:extLst>
              <a:ext uri="{FF2B5EF4-FFF2-40B4-BE49-F238E27FC236}">
                <a16:creationId xmlns:a16="http://schemas.microsoft.com/office/drawing/2014/main" id="{BEC040FA-D00B-C462-E239-6A16BA0F6991}"/>
              </a:ext>
            </a:extLst>
          </p:cNvPr>
          <p:cNvSpPr/>
          <p:nvPr/>
        </p:nvSpPr>
        <p:spPr>
          <a:xfrm>
            <a:off x="130350" y="864384"/>
            <a:ext cx="3840480" cy="310896"/>
          </a:xfrm>
          <a:prstGeom prst="rect">
            <a:avLst/>
          </a:prstGeom>
          <a:noFill/>
          <a:ln/>
        </p:spPr>
        <p:txBody>
          <a:bodyPr wrap="square" rtlCol="0" anchor="ctr"/>
          <a:lstStyle/>
          <a:p>
            <a:r>
              <a:rPr lang="en-US" sz="1600" b="1" dirty="0">
                <a:latin typeface="Lato" panose="020F0502020204030203" pitchFamily="34" charset="0"/>
                <a:ea typeface="Calibri" pitchFamily="34" charset="-122"/>
                <a:cs typeface="Arial" panose="020B0604020202020204" pitchFamily="34" charset="0"/>
              </a:rPr>
              <a:t>Output / Dashboard</a:t>
            </a:r>
            <a:endParaRPr lang="en-US" sz="1600" dirty="0">
              <a:latin typeface="Lato" panose="020F0502020204030203" pitchFamily="34" charset="0"/>
              <a:cs typeface="Arial" panose="020B0604020202020204" pitchFamily="34" charset="0"/>
            </a:endParaRPr>
          </a:p>
        </p:txBody>
      </p:sp>
      <p:sp>
        <p:nvSpPr>
          <p:cNvPr id="17" name="Text 15">
            <a:extLst>
              <a:ext uri="{FF2B5EF4-FFF2-40B4-BE49-F238E27FC236}">
                <a16:creationId xmlns:a16="http://schemas.microsoft.com/office/drawing/2014/main" id="{06E1D5B9-77FD-AD25-83F7-B4821C017242}"/>
              </a:ext>
            </a:extLst>
          </p:cNvPr>
          <p:cNvSpPr/>
          <p:nvPr/>
        </p:nvSpPr>
        <p:spPr>
          <a:xfrm>
            <a:off x="130350" y="1549019"/>
            <a:ext cx="4023360" cy="1188720"/>
          </a:xfrm>
          <a:prstGeom prst="rect">
            <a:avLst/>
          </a:prstGeom>
          <a:noFill/>
          <a:ln/>
        </p:spPr>
        <p:txBody>
          <a:bodyPr wrap="square" rtlCol="0" anchor="t"/>
          <a:lstStyle/>
          <a:p>
            <a:pPr marL="0" indent="0">
              <a:buNone/>
            </a:pPr>
            <a:endParaRPr lang="en-US" sz="1600" dirty="0">
              <a:latin typeface="Lato" panose="020F0502020204030203" pitchFamily="34" charset="0"/>
              <a:cs typeface="Arial" panose="020B0604020202020204" pitchFamily="34" charset="0"/>
            </a:endParaRPr>
          </a:p>
        </p:txBody>
      </p:sp>
      <p:pic>
        <p:nvPicPr>
          <p:cNvPr id="2" name="Graphic 2">
            <a:extLst>
              <a:ext uri="{FF2B5EF4-FFF2-40B4-BE49-F238E27FC236}">
                <a16:creationId xmlns:a16="http://schemas.microsoft.com/office/drawing/2014/main" id="{FFDD4A31-A8B4-F951-5760-2A1AD507059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7510" y="1266720"/>
            <a:ext cx="8373570" cy="3648240"/>
          </a:xfrm>
          <a:prstGeom prst="rect">
            <a:avLst/>
          </a:prstGeom>
        </p:spPr>
      </p:pic>
    </p:spTree>
    <p:custDataLst>
      <p:tags r:id="rId1"/>
    </p:custDataLst>
    <p:extLst>
      <p:ext uri="{BB962C8B-B14F-4D97-AF65-F5344CB8AC3E}">
        <p14:creationId xmlns:p14="http://schemas.microsoft.com/office/powerpoint/2010/main" val="36473086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200" b="1" dirty="0">
                <a:solidFill>
                  <a:srgbClr val="1B3A8A"/>
                </a:solidFill>
                <a:latin typeface="Calibri" pitchFamily="34" charset="0"/>
                <a:ea typeface="Calibri" pitchFamily="34" charset="-122"/>
                <a:cs typeface="Calibri" pitchFamily="34" charset="-120"/>
              </a:rPr>
              <a:t>Video of Project Demo</a:t>
            </a:r>
            <a:endParaRPr lang="en-US" sz="2200" dirty="0"/>
          </a:p>
        </p:txBody>
      </p:sp>
      <p:sp>
        <p:nvSpPr>
          <p:cNvPr id="6" name="Shape 4"/>
          <p:cNvSpPr/>
          <p:nvPr/>
        </p:nvSpPr>
        <p:spPr>
          <a:xfrm>
            <a:off x="365760" y="685800"/>
            <a:ext cx="8412480" cy="3977640"/>
          </a:xfrm>
          <a:prstGeom prst="rect">
            <a:avLst/>
          </a:prstGeom>
          <a:solidFill>
            <a:srgbClr val="ECEFF1"/>
          </a:solidFill>
          <a:ln w="25400">
            <a:solidFill>
              <a:srgbClr val="1B3A8A"/>
            </a:solidFill>
            <a:prstDash val="solid"/>
          </a:ln>
        </p:spPr>
        <p:txBody>
          <a:bodyPr/>
          <a:lstStyle/>
          <a:p>
            <a:endParaRPr lang="en-IN"/>
          </a:p>
        </p:txBody>
      </p:sp>
      <p:sp>
        <p:nvSpPr>
          <p:cNvPr id="7" name="Shape 5"/>
          <p:cNvSpPr/>
          <p:nvPr/>
        </p:nvSpPr>
        <p:spPr>
          <a:xfrm>
            <a:off x="365760" y="685800"/>
            <a:ext cx="8412480" cy="384048"/>
          </a:xfrm>
          <a:prstGeom prst="rect">
            <a:avLst/>
          </a:prstGeom>
          <a:solidFill>
            <a:srgbClr val="E0E0E0"/>
          </a:solidFill>
          <a:ln/>
        </p:spPr>
        <p:txBody>
          <a:bodyPr/>
          <a:lstStyle/>
          <a:p>
            <a:endParaRPr lang="en-IN"/>
          </a:p>
        </p:txBody>
      </p:sp>
      <p:sp>
        <p:nvSpPr>
          <p:cNvPr id="8" name="Shape 6"/>
          <p:cNvSpPr/>
          <p:nvPr/>
        </p:nvSpPr>
        <p:spPr>
          <a:xfrm>
            <a:off x="502920" y="777240"/>
            <a:ext cx="164592" cy="164592"/>
          </a:xfrm>
          <a:prstGeom prst="ellipse">
            <a:avLst/>
          </a:prstGeom>
          <a:solidFill>
            <a:srgbClr val="FF5F57"/>
          </a:solidFill>
          <a:ln/>
        </p:spPr>
        <p:txBody>
          <a:bodyPr/>
          <a:lstStyle/>
          <a:p>
            <a:endParaRPr lang="en-IN"/>
          </a:p>
        </p:txBody>
      </p:sp>
      <p:sp>
        <p:nvSpPr>
          <p:cNvPr id="9" name="Shape 7"/>
          <p:cNvSpPr/>
          <p:nvPr/>
        </p:nvSpPr>
        <p:spPr>
          <a:xfrm>
            <a:off x="731520" y="777240"/>
            <a:ext cx="164592" cy="164592"/>
          </a:xfrm>
          <a:prstGeom prst="ellipse">
            <a:avLst/>
          </a:prstGeom>
          <a:solidFill>
            <a:srgbClr val="FEBC2E"/>
          </a:solidFill>
          <a:ln/>
        </p:spPr>
        <p:txBody>
          <a:bodyPr/>
          <a:lstStyle/>
          <a:p>
            <a:endParaRPr lang="en-IN"/>
          </a:p>
        </p:txBody>
      </p:sp>
      <p:sp>
        <p:nvSpPr>
          <p:cNvPr id="10" name="Shape 8"/>
          <p:cNvSpPr/>
          <p:nvPr/>
        </p:nvSpPr>
        <p:spPr>
          <a:xfrm>
            <a:off x="960120" y="777240"/>
            <a:ext cx="164592" cy="164592"/>
          </a:xfrm>
          <a:prstGeom prst="ellipse">
            <a:avLst/>
          </a:prstGeom>
          <a:solidFill>
            <a:srgbClr val="28C840"/>
          </a:solidFill>
          <a:ln/>
        </p:spPr>
        <p:txBody>
          <a:bodyPr/>
          <a:lstStyle/>
          <a:p>
            <a:endParaRPr lang="en-IN"/>
          </a:p>
        </p:txBody>
      </p:sp>
      <p:sp>
        <p:nvSpPr>
          <p:cNvPr id="11" name="Shape 9"/>
          <p:cNvSpPr/>
          <p:nvPr/>
        </p:nvSpPr>
        <p:spPr>
          <a:xfrm>
            <a:off x="1371600" y="777240"/>
            <a:ext cx="5029200" cy="201168"/>
          </a:xfrm>
          <a:prstGeom prst="rect">
            <a:avLst/>
          </a:prstGeom>
          <a:solidFill>
            <a:srgbClr val="FFFFFF"/>
          </a:solidFill>
          <a:ln w="6350">
            <a:solidFill>
              <a:srgbClr val="CCCCCC"/>
            </a:solidFill>
            <a:prstDash val="solid"/>
          </a:ln>
        </p:spPr>
        <p:txBody>
          <a:bodyPr/>
          <a:lstStyle/>
          <a:p>
            <a:endParaRPr lang="en-IN"/>
          </a:p>
        </p:txBody>
      </p:sp>
      <p:sp>
        <p:nvSpPr>
          <p:cNvPr id="12" name="Text 10"/>
          <p:cNvSpPr/>
          <p:nvPr/>
        </p:nvSpPr>
        <p:spPr>
          <a:xfrm>
            <a:off x="1389888" y="768096"/>
            <a:ext cx="4992624" cy="219456"/>
          </a:xfrm>
          <a:prstGeom prst="rect">
            <a:avLst/>
          </a:prstGeom>
          <a:noFill/>
          <a:ln/>
        </p:spPr>
        <p:txBody>
          <a:bodyPr wrap="square" rtlCol="0" anchor="ctr"/>
          <a:lstStyle/>
          <a:p>
            <a:pPr marL="0" indent="0">
              <a:buNone/>
            </a:pPr>
            <a:r>
              <a:rPr lang="en-US" sz="900" dirty="0">
                <a:solidFill>
                  <a:srgbClr val="607D8B"/>
                </a:solidFill>
                <a:latin typeface="Calibri" pitchFamily="34" charset="0"/>
                <a:ea typeface="Calibri" pitchFamily="34" charset="-122"/>
                <a:cs typeface="Calibri" pitchFamily="34" charset="-120"/>
              </a:rPr>
              <a:t>[https://your-project-demo-link.com]</a:t>
            </a:r>
            <a:endParaRPr lang="en-US" sz="900" dirty="0"/>
          </a:p>
        </p:txBody>
      </p:sp>
      <p:sp>
        <p:nvSpPr>
          <p:cNvPr id="13" name="Shape 11"/>
          <p:cNvSpPr/>
          <p:nvPr/>
        </p:nvSpPr>
        <p:spPr>
          <a:xfrm>
            <a:off x="3749040" y="1828800"/>
            <a:ext cx="1645920" cy="1645920"/>
          </a:xfrm>
          <a:prstGeom prst="ellipse">
            <a:avLst/>
          </a:prstGeom>
          <a:solidFill>
            <a:srgbClr val="1B3A8A">
              <a:alpha val="80000"/>
            </a:srgbClr>
          </a:solidFill>
          <a:ln/>
        </p:spPr>
        <p:txBody>
          <a:bodyPr/>
          <a:lstStyle/>
          <a:p>
            <a:endParaRPr lang="en-IN"/>
          </a:p>
        </p:txBody>
      </p:sp>
      <p:sp>
        <p:nvSpPr>
          <p:cNvPr id="14" name="Text 12"/>
          <p:cNvSpPr/>
          <p:nvPr/>
        </p:nvSpPr>
        <p:spPr>
          <a:xfrm>
            <a:off x="3749040" y="1828800"/>
            <a:ext cx="1645920" cy="1645920"/>
          </a:xfrm>
          <a:prstGeom prst="rect">
            <a:avLst/>
          </a:prstGeom>
          <a:noFill/>
          <a:ln/>
        </p:spPr>
        <p:txBody>
          <a:bodyPr wrap="square" rtlCol="0" anchor="ctr"/>
          <a:lstStyle/>
          <a:p>
            <a:pPr marL="0" indent="0" algn="ctr">
              <a:buNone/>
            </a:pPr>
            <a:r>
              <a:rPr lang="en-US" sz="4800" dirty="0">
                <a:solidFill>
                  <a:srgbClr val="FFFFFF"/>
                </a:solidFill>
              </a:rPr>
              <a:t>▶</a:t>
            </a:r>
            <a:endParaRPr lang="en-US" sz="4800" dirty="0"/>
          </a:p>
        </p:txBody>
      </p:sp>
      <p:sp>
        <p:nvSpPr>
          <p:cNvPr id="15" name="Text 13"/>
          <p:cNvSpPr/>
          <p:nvPr/>
        </p:nvSpPr>
        <p:spPr>
          <a:xfrm>
            <a:off x="914400" y="3794760"/>
            <a:ext cx="7315200" cy="594360"/>
          </a:xfrm>
          <a:prstGeom prst="rect">
            <a:avLst/>
          </a:prstGeom>
          <a:noFill/>
          <a:ln/>
        </p:spPr>
        <p:txBody>
          <a:bodyPr wrap="square" rtlCol="0" anchor="ctr"/>
          <a:lstStyle/>
          <a:p>
            <a:pPr marL="0" indent="0" algn="ctr">
              <a:buNone/>
            </a:pPr>
            <a:r>
              <a:rPr lang="en-US" sz="1100" i="1" dirty="0">
                <a:solidFill>
                  <a:srgbClr val="607D8B"/>
                </a:solidFill>
                <a:latin typeface="Calibri" pitchFamily="34" charset="0"/>
                <a:ea typeface="Calibri" pitchFamily="34" charset="-122"/>
                <a:cs typeface="Calibri" pitchFamily="34" charset="-120"/>
              </a:rPr>
              <a:t>[Insert your project demo video.</a:t>
            </a:r>
            <a:endParaRPr lang="en-US" sz="1100" dirty="0"/>
          </a:p>
          <a:p>
            <a:pPr marL="0" indent="0" algn="ctr">
              <a:buNone/>
            </a:pPr>
            <a:r>
              <a:rPr lang="en-US" sz="1100" i="1" dirty="0">
                <a:solidFill>
                  <a:srgbClr val="607D8B"/>
                </a:solidFill>
                <a:latin typeface="Calibri" pitchFamily="34" charset="0"/>
                <a:ea typeface="Calibri" pitchFamily="34" charset="-122"/>
                <a:cs typeface="Calibri" pitchFamily="34" charset="-120"/>
              </a:rPr>
              <a:t>You can embed a video your live project.]</a:t>
            </a:r>
            <a:endParaRPr lang="en-US" sz="1100" dirty="0"/>
          </a:p>
        </p:txBody>
      </p:sp>
    </p:spTree>
    <p:custDataLst>
      <p:tags r:id="rId1"/>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1" y="612064"/>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Conclusion</a:t>
            </a:r>
            <a:endParaRPr lang="en-US" sz="2000" dirty="0">
              <a:latin typeface="Lato" panose="020F0502020204030203" pitchFamily="34" charset="0"/>
              <a:cs typeface="Arial" panose="020B0604020202020204" pitchFamily="34" charset="0"/>
            </a:endParaRPr>
          </a:p>
        </p:txBody>
      </p:sp>
      <p:sp>
        <p:nvSpPr>
          <p:cNvPr id="14" name="Text 12"/>
          <p:cNvSpPr/>
          <p:nvPr/>
        </p:nvSpPr>
        <p:spPr>
          <a:xfrm>
            <a:off x="130350" y="965200"/>
            <a:ext cx="7885889" cy="4003040"/>
          </a:xfrm>
          <a:prstGeom prst="rect">
            <a:avLst/>
          </a:prstGeom>
          <a:noFill/>
          <a:ln/>
        </p:spPr>
        <p:txBody>
          <a:bodyPr wrap="square" rtlCol="0" anchor="t"/>
          <a:lstStyle/>
          <a:p>
            <a:r>
              <a:rPr lang="en-IN" dirty="0"/>
              <a:t>This project demonstrated the value of applying educational analytics to student feedback by systematically cleaning data, </a:t>
            </a:r>
            <a:r>
              <a:rPr lang="en-IN" dirty="0" err="1"/>
              <a:t>analyzing</a:t>
            </a:r>
            <a:r>
              <a:rPr lang="en-IN" dirty="0"/>
              <a:t> sentiment, and visualizing course and faculty performance. Through the use of tools such as Excel, Power BI, and AI Copilot, raw feedback was transformed into reliable datasets and actionable insights. The findings revealed that while overall student sentiment was largely positive, a significant proportion expressed concerns about clarity, pace, and interaction, highlighting areas for improvement. Course-level analysis showed that HRM and Banking achieved the highest ratings, whereas Business Management required focused attention. Faculty ratings also varied, with Priya receiving the strongest score and Ravi showing the greatest need for support. Importantly, AI-assisted prompts reduced reporting time and ensured reproducibility, making the workflow efficient and scalable. Overall, the project underscores the importance of data-driven decision-making in education, providing a roadmap for enhancing teaching effectiveness, improving student engagement, and fostering continuous academic development.</a:t>
            </a:r>
          </a:p>
          <a:p>
            <a:r>
              <a:rPr lang="en-IN" b="1" dirty="0"/>
              <a:t> </a:t>
            </a:r>
            <a:endParaRPr lang="en-IN" dirty="0"/>
          </a:p>
          <a:p>
            <a:pPr algn="just">
              <a:lnSpc>
                <a:spcPct val="150000"/>
              </a:lnSpc>
            </a:pPr>
            <a:endParaRPr lang="en-US" dirty="0">
              <a:latin typeface="Times New Roman" panose="02020603050405020304" pitchFamily="18" charset="0"/>
              <a:cs typeface="Times New Roman" panose="02020603050405020304" pitchFamily="18" charset="0"/>
            </a:endParaRPr>
          </a:p>
        </p:txBody>
      </p:sp>
      <p:sp>
        <p:nvSpPr>
          <p:cNvPr id="19" name="Text 17"/>
          <p:cNvSpPr/>
          <p:nvPr/>
        </p:nvSpPr>
        <p:spPr>
          <a:xfrm>
            <a:off x="5303520" y="3474720"/>
            <a:ext cx="3017520" cy="502920"/>
          </a:xfrm>
          <a:prstGeom prst="rect">
            <a:avLst/>
          </a:prstGeom>
          <a:noFill/>
          <a:ln/>
        </p:spPr>
        <p:txBody>
          <a:bodyPr wrap="square" rtlCol="0" anchor="ctr"/>
          <a:lstStyle/>
          <a:p>
            <a:pPr marL="0" indent="0" algn="ctr">
              <a:buNone/>
            </a:pPr>
            <a:r>
              <a:rPr lang="en-US" sz="1600" b="1" kern="0" spc="200" dirty="0">
                <a:solidFill>
                  <a:srgbClr val="FFFFFF"/>
                </a:solidFill>
                <a:latin typeface="Lato" panose="020F0502020204030203" pitchFamily="34" charset="0"/>
                <a:ea typeface="Calibri" pitchFamily="34" charset="-122"/>
                <a:cs typeface="Calibri" pitchFamily="34" charset="-120"/>
              </a:rPr>
              <a:t>CONCLUSION</a:t>
            </a:r>
            <a:endParaRPr lang="en-US" sz="1600" dirty="0">
              <a:latin typeface="Lato" panose="020F0502020204030203" pitchFamily="34" charset="0"/>
            </a:endParaRPr>
          </a:p>
        </p:txBody>
      </p:sp>
      <p:pic>
        <p:nvPicPr>
          <p:cNvPr id="20" name="Picture 19" descr="A blue circle with a pencil and paper with a star on it&#10;&#10;AI-generated content may be incorrect.">
            <a:extLst>
              <a:ext uri="{FF2B5EF4-FFF2-40B4-BE49-F238E27FC236}">
                <a16:creationId xmlns:a16="http://schemas.microsoft.com/office/drawing/2014/main" id="{BAE68F53-65EE-1751-E92D-7025D978B68E}"/>
              </a:ext>
            </a:extLst>
          </p:cNvPr>
          <p:cNvPicPr>
            <a:picLocks noChangeAspect="1"/>
          </p:cNvPicPr>
          <p:nvPr/>
        </p:nvPicPr>
        <p:blipFill>
          <a:blip r:embed="rId4">
            <a:duotone>
              <a:schemeClr val="accent1">
                <a:shade val="45000"/>
                <a:satMod val="135000"/>
              </a:schemeClr>
              <a:prstClr val="white"/>
            </a:duotone>
          </a:blip>
          <a:srcRect l="25397" t="26296" r="26825" b="29752"/>
          <a:stretch>
            <a:fillRect/>
          </a:stretch>
        </p:blipFill>
        <p:spPr>
          <a:xfrm>
            <a:off x="8020488" y="1763055"/>
            <a:ext cx="1123512" cy="1033536"/>
          </a:xfrm>
          <a:prstGeom prst="rect">
            <a:avLst/>
          </a:prstGeom>
        </p:spPr>
      </p:pic>
    </p:spTree>
    <p:custDataLst>
      <p:tags r:id="rId1"/>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4" name="Text 2"/>
          <p:cNvSpPr/>
          <p:nvPr/>
        </p:nvSpPr>
        <p:spPr>
          <a:xfrm>
            <a:off x="123247" y="613561"/>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Future Scope</a:t>
            </a:r>
            <a:endParaRPr lang="en-US" sz="2000" dirty="0">
              <a:latin typeface="Lato" panose="020F0502020204030203" pitchFamily="34" charset="0"/>
              <a:cs typeface="Arial" panose="020B0604020202020204" pitchFamily="34" charset="0"/>
            </a:endParaRPr>
          </a:p>
        </p:txBody>
      </p:sp>
      <p:sp>
        <p:nvSpPr>
          <p:cNvPr id="14" name="Text 12"/>
          <p:cNvSpPr/>
          <p:nvPr/>
        </p:nvSpPr>
        <p:spPr>
          <a:xfrm>
            <a:off x="123246" y="1082104"/>
            <a:ext cx="7367799" cy="3314050"/>
          </a:xfrm>
          <a:prstGeom prst="rect">
            <a:avLst/>
          </a:prstGeom>
          <a:noFill/>
          <a:ln/>
        </p:spPr>
        <p:txBody>
          <a:bodyPr wrap="square" rtlCol="0" anchor="t"/>
          <a:lstStyle/>
          <a:p>
            <a:pPr marL="0" indent="0">
              <a:buNone/>
            </a:pPr>
            <a:endParaRPr lang="en-US" dirty="0">
              <a:latin typeface="Lato" panose="020F0502020204030203" pitchFamily="34" charset="0"/>
              <a:cs typeface="Arial" panose="020B0604020202020204" pitchFamily="34" charset="0"/>
            </a:endParaRPr>
          </a:p>
        </p:txBody>
      </p:sp>
      <p:pic>
        <p:nvPicPr>
          <p:cNvPr id="2" name="Picture 1">
            <a:extLst>
              <a:ext uri="{FF2B5EF4-FFF2-40B4-BE49-F238E27FC236}">
                <a16:creationId xmlns:a16="http://schemas.microsoft.com/office/drawing/2014/main" id="{412449DB-BF51-DAAE-EA83-F4C00896763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91045" y="965200"/>
            <a:ext cx="1228069" cy="2234455"/>
          </a:xfrm>
          <a:prstGeom prst="rect">
            <a:avLst/>
          </a:prstGeom>
        </p:spPr>
      </p:pic>
      <p:sp>
        <p:nvSpPr>
          <p:cNvPr id="9" name="TextBox 8">
            <a:extLst>
              <a:ext uri="{FF2B5EF4-FFF2-40B4-BE49-F238E27FC236}">
                <a16:creationId xmlns:a16="http://schemas.microsoft.com/office/drawing/2014/main" id="{917E681C-B2B6-4FE2-2238-BDA3AFF9FF94}"/>
              </a:ext>
            </a:extLst>
          </p:cNvPr>
          <p:cNvSpPr txBox="1"/>
          <p:nvPr/>
        </p:nvSpPr>
        <p:spPr>
          <a:xfrm>
            <a:off x="203200" y="1208452"/>
            <a:ext cx="7367799" cy="3785652"/>
          </a:xfrm>
          <a:prstGeom prst="rect">
            <a:avLst/>
          </a:prstGeom>
          <a:noFill/>
        </p:spPr>
        <p:txBody>
          <a:bodyPr wrap="square" rtlCol="0">
            <a:spAutoFit/>
          </a:bodyPr>
          <a:lstStyle/>
          <a:p>
            <a:pPr algn="just"/>
            <a:r>
              <a:rPr lang="en-US" sz="1600" dirty="0">
                <a:latin typeface="Times New Roman" panose="02020603050405020304" pitchFamily="18" charset="0"/>
                <a:cs typeface="Times New Roman" panose="02020603050405020304" pitchFamily="18" charset="0"/>
              </a:rPr>
              <a:t>The project can be further enhanced by integrating advanced technologies and expanding its capabilities. Real-time data pipelines can be implemented using tools like Power Automate or APIs to enable continuous feedback updates. Machine learning models such as forecasting and anomaly detection can be applied to generate predictive insights.</a:t>
            </a:r>
          </a:p>
          <a:p>
            <a:pPr algn="just"/>
            <a:r>
              <a:rPr lang="en-US" sz="1600" dirty="0">
                <a:latin typeface="Times New Roman" panose="02020603050405020304" pitchFamily="18" charset="0"/>
                <a:cs typeface="Times New Roman" panose="02020603050405020304" pitchFamily="18" charset="0"/>
              </a:rPr>
              <a:t>Additionally, developing a user-friendly web or Power Apps interface will improve accessibility for non-technical users. The system can be expanded by incorporating diverse datasets such as multi-semester feedback, attendance, and academic performance for deeper analysis.</a:t>
            </a:r>
          </a:p>
          <a:p>
            <a:pPr algn="just"/>
            <a:r>
              <a:rPr lang="en-US" sz="1600" dirty="0">
                <a:latin typeface="Times New Roman" panose="02020603050405020304" pitchFamily="18" charset="0"/>
                <a:cs typeface="Times New Roman" panose="02020603050405020304" pitchFamily="18" charset="0"/>
              </a:rPr>
              <a:t>Further improvements include building a standardized AI prompt library for consistent analysis and applying advanced NLP techniques to better understand complex sentiments. Long-term performance tracking across academic cycles can also be introduced to identify trends and support continuous improvement in teaching and learning outcomes.</a:t>
            </a:r>
          </a:p>
          <a:p>
            <a:endParaRPr lang="en-IN" sz="1600" dirty="0"/>
          </a:p>
        </p:txBody>
      </p:sp>
    </p:spTree>
    <p:custDataLst>
      <p:tags r:id="rId1"/>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5" name="Text 3"/>
          <p:cNvSpPr/>
          <p:nvPr/>
        </p:nvSpPr>
        <p:spPr>
          <a:xfrm>
            <a:off x="914400" y="3017520"/>
            <a:ext cx="7315200" cy="411480"/>
          </a:xfrm>
          <a:prstGeom prst="rect">
            <a:avLst/>
          </a:prstGeom>
          <a:noFill/>
          <a:ln/>
        </p:spPr>
        <p:txBody>
          <a:bodyPr wrap="square" rtlCol="0" anchor="ctr"/>
          <a:lstStyle/>
          <a:p>
            <a:pPr marL="0" indent="0" algn="ctr">
              <a:buNone/>
            </a:pPr>
            <a:r>
              <a:rPr lang="en-US" sz="1400" kern="0" spc="200" dirty="0">
                <a:latin typeface="Lato" panose="020F0502020204030203" pitchFamily="34" charset="0"/>
                <a:ea typeface="Calibri" pitchFamily="34" charset="-122"/>
                <a:cs typeface="Arial" panose="020B0604020202020204" pitchFamily="34" charset="0"/>
              </a:rPr>
              <a:t>AICW Fellowship  |  Student Project Presentation 2026</a:t>
            </a:r>
            <a:endParaRPr lang="en-US" sz="1400" dirty="0">
              <a:latin typeface="Lato" panose="020F0502020204030203" pitchFamily="34" charset="0"/>
              <a:cs typeface="Arial" panose="020B0604020202020204" pitchFamily="34" charset="0"/>
            </a:endParaRPr>
          </a:p>
        </p:txBody>
      </p:sp>
      <p:sp>
        <p:nvSpPr>
          <p:cNvPr id="6" name="Text 4"/>
          <p:cNvSpPr/>
          <p:nvPr/>
        </p:nvSpPr>
        <p:spPr>
          <a:xfrm>
            <a:off x="914400" y="3566160"/>
            <a:ext cx="7315200" cy="320040"/>
          </a:xfrm>
          <a:prstGeom prst="rect">
            <a:avLst/>
          </a:prstGeom>
          <a:noFill/>
          <a:ln/>
        </p:spPr>
        <p:txBody>
          <a:bodyPr wrap="square" lIns="91440" tIns="45720" rIns="91440" bIns="45720" rtlCol="0" anchor="ctr"/>
          <a:lstStyle/>
          <a:p>
            <a:pPr marL="0" indent="0" algn="ctr">
              <a:buNone/>
            </a:pPr>
            <a:r>
              <a:rPr lang="en-US" sz="1100" dirty="0">
                <a:latin typeface="Lato" panose="020F0502020204030203" pitchFamily="34" charset="0"/>
                <a:ea typeface="Calibri"/>
                <a:cs typeface="Arial" panose="020B0604020202020204" pitchFamily="34" charset="0"/>
              </a:rPr>
              <a:t>  LinkedIn  |   </a:t>
            </a:r>
            <a:r>
              <a:rPr lang="en-US" sz="1100" dirty="0" err="1">
                <a:latin typeface="Lato" panose="020F0502020204030203" pitchFamily="34" charset="0"/>
                <a:ea typeface="Calibri"/>
                <a:cs typeface="Arial" panose="020B0604020202020204" pitchFamily="34" charset="0"/>
              </a:rPr>
              <a:t>Edunet</a:t>
            </a:r>
            <a:r>
              <a:rPr lang="en-US" sz="1100" dirty="0">
                <a:latin typeface="Lato" panose="020F0502020204030203" pitchFamily="34" charset="0"/>
                <a:ea typeface="Calibri"/>
                <a:cs typeface="Arial" panose="020B0604020202020204" pitchFamily="34" charset="0"/>
              </a:rPr>
              <a:t> Foundation</a:t>
            </a:r>
            <a:endParaRPr lang="en-US" sz="1100" dirty="0">
              <a:latin typeface="Lato" panose="020F0502020204030203" pitchFamily="34" charset="0"/>
              <a:cs typeface="Arial" panose="020B0604020202020204" pitchFamily="34" charset="0"/>
            </a:endParaRPr>
          </a:p>
        </p:txBody>
      </p:sp>
      <p:sp>
        <p:nvSpPr>
          <p:cNvPr id="9" name="TextBox 4">
            <a:extLst>
              <a:ext uri="{FF2B5EF4-FFF2-40B4-BE49-F238E27FC236}">
                <a16:creationId xmlns:a16="http://schemas.microsoft.com/office/drawing/2014/main" id="{F7A740B1-0782-B37E-5F62-503024E32BC9}"/>
              </a:ext>
            </a:extLst>
          </p:cNvPr>
          <p:cNvSpPr txBox="1"/>
          <p:nvPr/>
        </p:nvSpPr>
        <p:spPr>
          <a:xfrm>
            <a:off x="2632982" y="1705295"/>
            <a:ext cx="3878036" cy="1175065"/>
          </a:xfrm>
          <a:prstGeom prst="rect">
            <a:avLst/>
          </a:prstGeom>
        </p:spPr>
        <p:txBody>
          <a:bodyPr wrap="square" lIns="0" tIns="0" rIns="0" bIns="0" rtlCol="0" anchor="t">
            <a:spAutoFit/>
          </a:bodyPr>
          <a:lstStyle/>
          <a:p>
            <a:pPr algn="ctr">
              <a:lnSpc>
                <a:spcPts val="10686"/>
              </a:lnSpc>
            </a:pPr>
            <a:r>
              <a:rPr lang="en-US" sz="5000" b="1" dirty="0">
                <a:solidFill>
                  <a:srgbClr val="0D358D"/>
                </a:solidFill>
                <a:latin typeface="Lato" panose="020F0502020204030203" pitchFamily="34" charset="0"/>
                <a:ea typeface="Aileron Ultra-Bold"/>
                <a:cs typeface="Arial" panose="020B0604020202020204" pitchFamily="34" charset="0"/>
                <a:sym typeface="Aileron Ultra-Bold"/>
              </a:rPr>
              <a:t>Thank You</a:t>
            </a: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OFFICE THEME" val="ROGxgyxs"/>
  <p:tag name="ARTICULATE_PROJECT_OPEN" val="0"/>
  <p:tag name="ARTICULATE_SLIDE_COUNT" val="1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542</TotalTime>
  <Words>757</Words>
  <Application>Microsoft Office PowerPoint</Application>
  <PresentationFormat>On-screen Show (16:9)</PresentationFormat>
  <Paragraphs>82</Paragraphs>
  <Slides>13</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Arial</vt:lpstr>
      <vt:lpstr>Calibri</vt:lpstr>
      <vt:lpstr>Lato</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AICW Student Project Presentation Template 2026</dc:title>
  <dc:subject>PptxGenJS Presentation</dc:subject>
  <dc:creator>PptxGenJS</dc:creator>
  <cp:lastModifiedBy>mallika s</cp:lastModifiedBy>
  <cp:revision>27</cp:revision>
  <dcterms:created xsi:type="dcterms:W3CDTF">2026-02-18T09:17:23Z</dcterms:created>
  <dcterms:modified xsi:type="dcterms:W3CDTF">2026-04-19T11:34:39Z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1F7F540C-1CAD-4091-84DE-558331FD12BA</vt:lpwstr>
  </property>
  <property fmtid="{D5CDD505-2E9C-101B-9397-08002B2CF9AE}" pid="3" name="ArticulatePath">
    <vt:lpwstr>https://edunetfoundationorg-my.sharepoint.com/personal/kaisar_edunetfoundation_org/Documents/Task/AICW/Student project/AI Fellowship Project Template2026 (1)</vt:lpwstr>
  </property>
</Properties>
</file>